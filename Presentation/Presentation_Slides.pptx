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4"/>
  </p:notesMasterIdLst>
  <p:sldIdLst>
    <p:sldId id="256" r:id="rId2"/>
    <p:sldId id="260" r:id="rId3"/>
    <p:sldId id="265" r:id="rId4"/>
    <p:sldId id="266" r:id="rId5"/>
    <p:sldId id="257" r:id="rId6"/>
    <p:sldId id="270" r:id="rId7"/>
    <p:sldId id="267" r:id="rId8"/>
    <p:sldId id="269" r:id="rId9"/>
    <p:sldId id="264" r:id="rId10"/>
    <p:sldId id="258" r:id="rId11"/>
    <p:sldId id="262" r:id="rId12"/>
    <p:sldId id="263"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54E21EA-374C-B9A3-C4E8-FAD85E390896}" v="13" dt="2026-03-17T18:08:06.879"/>
    <p1510:client id="{45C3158A-E3B7-FDBF-9A3F-DA9733AF3CF1}" v="403" dt="2026-03-17T17:57:05.398"/>
    <p1510:client id="{A06BE77A-A66A-44CE-A757-50D2F913E819}" v="1" dt="2026-03-16T15:39:09.21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sby, Arlo" userId="S::ar1151@exeter.ac.uk::10db1c85-89de-4727-9a91-2108e5a92ca1" providerId="AD" clId="Web-{9B843A3C-B3BC-9453-9EF3-CA658C37032E}"/>
    <pc:docChg chg="addSld modSld sldOrd">
      <pc:chgData name="Risby, Arlo" userId="S::ar1151@exeter.ac.uk::10db1c85-89de-4727-9a91-2108e5a92ca1" providerId="AD" clId="Web-{9B843A3C-B3BC-9453-9EF3-CA658C37032E}" dt="2026-02-17T17:46:35.433" v="91" actId="20577"/>
      <pc:docMkLst>
        <pc:docMk/>
      </pc:docMkLst>
      <pc:sldChg chg="modSp">
        <pc:chgData name="Risby, Arlo" userId="S::ar1151@exeter.ac.uk::10db1c85-89de-4727-9a91-2108e5a92ca1" providerId="AD" clId="Web-{9B843A3C-B3BC-9453-9EF3-CA658C37032E}" dt="2026-02-17T17:41:59.815" v="16" actId="20577"/>
        <pc:sldMkLst>
          <pc:docMk/>
          <pc:sldMk cId="109857222" sldId="256"/>
        </pc:sldMkLst>
        <pc:spChg chg="mod">
          <ac:chgData name="Risby, Arlo" userId="S::ar1151@exeter.ac.uk::10db1c85-89de-4727-9a91-2108e5a92ca1" providerId="AD" clId="Web-{9B843A3C-B3BC-9453-9EF3-CA658C37032E}" dt="2026-02-17T17:41:59.815" v="16" actId="20577"/>
          <ac:spMkLst>
            <pc:docMk/>
            <pc:sldMk cId="109857222" sldId="256"/>
            <ac:spMk id="2" creationId="{00000000-0000-0000-0000-000000000000}"/>
          </ac:spMkLst>
        </pc:spChg>
      </pc:sldChg>
      <pc:sldChg chg="ord">
        <pc:chgData name="Risby, Arlo" userId="S::ar1151@exeter.ac.uk::10db1c85-89de-4727-9a91-2108e5a92ca1" providerId="AD" clId="Web-{9B843A3C-B3BC-9453-9EF3-CA658C37032E}" dt="2026-02-17T17:44:45.307" v="46"/>
        <pc:sldMkLst>
          <pc:docMk/>
          <pc:sldMk cId="638286583" sldId="257"/>
        </pc:sldMkLst>
      </pc:sldChg>
      <pc:sldChg chg="modSp mod modShow">
        <pc:chgData name="Risby, Arlo" userId="S::ar1151@exeter.ac.uk::10db1c85-89de-4727-9a91-2108e5a92ca1" providerId="AD" clId="Web-{9B843A3C-B3BC-9453-9EF3-CA658C37032E}" dt="2026-02-17T17:44:59.260" v="47"/>
        <pc:sldMkLst>
          <pc:docMk/>
          <pc:sldMk cId="1839107847" sldId="260"/>
        </pc:sldMkLst>
        <pc:spChg chg="mod">
          <ac:chgData name="Risby, Arlo" userId="S::ar1151@exeter.ac.uk::10db1c85-89de-4727-9a91-2108e5a92ca1" providerId="AD" clId="Web-{9B843A3C-B3BC-9453-9EF3-CA658C37032E}" dt="2026-02-17T17:43:18.489" v="23" actId="20577"/>
          <ac:spMkLst>
            <pc:docMk/>
            <pc:sldMk cId="1839107847" sldId="260"/>
            <ac:spMk id="2" creationId="{AC0AB469-B1ED-E077-9ED0-2A744DBEBF3F}"/>
          </ac:spMkLst>
        </pc:spChg>
        <pc:spChg chg="mod">
          <ac:chgData name="Risby, Arlo" userId="S::ar1151@exeter.ac.uk::10db1c85-89de-4727-9a91-2108e5a92ca1" providerId="AD" clId="Web-{9B843A3C-B3BC-9453-9EF3-CA658C37032E}" dt="2026-02-17T17:43:24.083" v="26" actId="20577"/>
          <ac:spMkLst>
            <pc:docMk/>
            <pc:sldMk cId="1839107847" sldId="260"/>
            <ac:spMk id="3" creationId="{52401457-BF07-A96D-AD58-7FE6C95A9BD4}"/>
          </ac:spMkLst>
        </pc:spChg>
      </pc:sldChg>
      <pc:sldChg chg="modSp mod modShow">
        <pc:chgData name="Risby, Arlo" userId="S::ar1151@exeter.ac.uk::10db1c85-89de-4727-9a91-2108e5a92ca1" providerId="AD" clId="Web-{9B843A3C-B3BC-9453-9EF3-CA658C37032E}" dt="2026-02-17T17:45:04.151" v="49"/>
        <pc:sldMkLst>
          <pc:docMk/>
          <pc:sldMk cId="2064811685" sldId="262"/>
        </pc:sldMkLst>
        <pc:spChg chg="mod">
          <ac:chgData name="Risby, Arlo" userId="S::ar1151@exeter.ac.uk::10db1c85-89de-4727-9a91-2108e5a92ca1" providerId="AD" clId="Web-{9B843A3C-B3BC-9453-9EF3-CA658C37032E}" dt="2026-02-17T17:44:12.193" v="42" actId="20577"/>
          <ac:spMkLst>
            <pc:docMk/>
            <pc:sldMk cId="2064811685" sldId="262"/>
            <ac:spMk id="2" creationId="{AB1CEA34-2D6B-8EDE-AE3B-648B82637DA5}"/>
          </ac:spMkLst>
        </pc:spChg>
      </pc:sldChg>
      <pc:sldChg chg="delSp modSp new">
        <pc:chgData name="Risby, Arlo" userId="S::ar1151@exeter.ac.uk::10db1c85-89de-4727-9a91-2108e5a92ca1" providerId="AD" clId="Web-{9B843A3C-B3BC-9453-9EF3-CA658C37032E}" dt="2026-02-17T17:46:35.433" v="91" actId="20577"/>
        <pc:sldMkLst>
          <pc:docMk/>
          <pc:sldMk cId="1862457786" sldId="263"/>
        </pc:sldMkLst>
        <pc:spChg chg="mod">
          <ac:chgData name="Risby, Arlo" userId="S::ar1151@exeter.ac.uk::10db1c85-89de-4727-9a91-2108e5a92ca1" providerId="AD" clId="Web-{9B843A3C-B3BC-9453-9EF3-CA658C37032E}" dt="2026-02-17T17:46:35.433" v="91" actId="20577"/>
          <ac:spMkLst>
            <pc:docMk/>
            <pc:sldMk cId="1862457786" sldId="263"/>
            <ac:spMk id="2" creationId="{ED8ACF36-73BB-4859-CBF3-546DF1BECADC}"/>
          </ac:spMkLst>
        </pc:spChg>
      </pc:sldChg>
    </pc:docChg>
  </pc:docChgLst>
  <pc:docChgLst>
    <pc:chgData name="Moniot, George" userId="S::gm659@exeter.ac.uk::8ab76830-5425-4880-9d1f-cfe87999f413" providerId="AD" clId="Web-{5934B16B-A70F-7891-EAAC-08AF4040FE2F}"/>
    <pc:docChg chg="modSld">
      <pc:chgData name="Moniot, George" userId="S::gm659@exeter.ac.uk::8ab76830-5425-4880-9d1f-cfe87999f413" providerId="AD" clId="Web-{5934B16B-A70F-7891-EAAC-08AF4040FE2F}" dt="2026-03-17T17:21:46.809" v="2"/>
      <pc:docMkLst>
        <pc:docMk/>
      </pc:docMkLst>
      <pc:sldChg chg="modNotes">
        <pc:chgData name="Moniot, George" userId="S::gm659@exeter.ac.uk::8ab76830-5425-4880-9d1f-cfe87999f413" providerId="AD" clId="Web-{5934B16B-A70F-7891-EAAC-08AF4040FE2F}" dt="2026-03-17T17:21:46.809" v="2"/>
        <pc:sldMkLst>
          <pc:docMk/>
          <pc:sldMk cId="638286583" sldId="257"/>
        </pc:sldMkLst>
      </pc:sldChg>
    </pc:docChg>
  </pc:docChgLst>
  <pc:docChgLst>
    <pc:chgData name="Risby, Arlo" userId="S::ar1151@exeter.ac.uk::10db1c85-89de-4727-9a91-2108e5a92ca1" providerId="AD" clId="Web-{402603B1-0681-D8EA-9217-13BB90FB4AB7}"/>
    <pc:docChg chg="addSld modSld">
      <pc:chgData name="Risby, Arlo" userId="S::ar1151@exeter.ac.uk::10db1c85-89de-4727-9a91-2108e5a92ca1" providerId="AD" clId="Web-{402603B1-0681-D8EA-9217-13BB90FB4AB7}" dt="2026-02-24T19:25:08.973" v="514" actId="20577"/>
      <pc:docMkLst>
        <pc:docMk/>
      </pc:docMkLst>
      <pc:sldChg chg="modSp modNotes">
        <pc:chgData name="Risby, Arlo" userId="S::ar1151@exeter.ac.uk::10db1c85-89de-4727-9a91-2108e5a92ca1" providerId="AD" clId="Web-{402603B1-0681-D8EA-9217-13BB90FB4AB7}" dt="2026-02-24T19:25:08.973" v="514" actId="20577"/>
        <pc:sldMkLst>
          <pc:docMk/>
          <pc:sldMk cId="532484760" sldId="258"/>
        </pc:sldMkLst>
        <pc:spChg chg="mod">
          <ac:chgData name="Risby, Arlo" userId="S::ar1151@exeter.ac.uk::10db1c85-89de-4727-9a91-2108e5a92ca1" providerId="AD" clId="Web-{402603B1-0681-D8EA-9217-13BB90FB4AB7}" dt="2026-02-24T19:25:08.973" v="514" actId="20577"/>
          <ac:spMkLst>
            <pc:docMk/>
            <pc:sldMk cId="532484760" sldId="258"/>
            <ac:spMk id="2" creationId="{024CA07E-38B6-7D5F-D2E4-87EFB1644971}"/>
          </ac:spMkLst>
        </pc:spChg>
      </pc:sldChg>
      <pc:sldChg chg="modSp">
        <pc:chgData name="Risby, Arlo" userId="S::ar1151@exeter.ac.uk::10db1c85-89de-4727-9a91-2108e5a92ca1" providerId="AD" clId="Web-{402603B1-0681-D8EA-9217-13BB90FB4AB7}" dt="2026-02-24T19:24:27.301" v="509" actId="20577"/>
        <pc:sldMkLst>
          <pc:docMk/>
          <pc:sldMk cId="1839107847" sldId="260"/>
        </pc:sldMkLst>
        <pc:spChg chg="mod">
          <ac:chgData name="Risby, Arlo" userId="S::ar1151@exeter.ac.uk::10db1c85-89de-4727-9a91-2108e5a92ca1" providerId="AD" clId="Web-{402603B1-0681-D8EA-9217-13BB90FB4AB7}" dt="2026-02-24T19:24:27.301" v="509" actId="20577"/>
          <ac:spMkLst>
            <pc:docMk/>
            <pc:sldMk cId="1839107847" sldId="260"/>
            <ac:spMk id="2" creationId="{AC0AB469-B1ED-E077-9ED0-2A744DBEBF3F}"/>
          </ac:spMkLst>
        </pc:spChg>
      </pc:sldChg>
      <pc:sldChg chg="modSp">
        <pc:chgData name="Risby, Arlo" userId="S::ar1151@exeter.ac.uk::10db1c85-89de-4727-9a91-2108e5a92ca1" providerId="AD" clId="Web-{402603B1-0681-D8EA-9217-13BB90FB4AB7}" dt="2026-02-24T19:24:43.942" v="512" actId="20577"/>
        <pc:sldMkLst>
          <pc:docMk/>
          <pc:sldMk cId="3080985832" sldId="264"/>
        </pc:sldMkLst>
        <pc:spChg chg="mod">
          <ac:chgData name="Risby, Arlo" userId="S::ar1151@exeter.ac.uk::10db1c85-89de-4727-9a91-2108e5a92ca1" providerId="AD" clId="Web-{402603B1-0681-D8EA-9217-13BB90FB4AB7}" dt="2026-02-24T19:24:43.942" v="512" actId="20577"/>
          <ac:spMkLst>
            <pc:docMk/>
            <pc:sldMk cId="3080985832" sldId="264"/>
            <ac:spMk id="2" creationId="{79AD5E9D-4A13-F518-02EE-7B288C77D91D}"/>
          </ac:spMkLst>
        </pc:spChg>
      </pc:sldChg>
      <pc:sldChg chg="modSp new">
        <pc:chgData name="Risby, Arlo" userId="S::ar1151@exeter.ac.uk::10db1c85-89de-4727-9a91-2108e5a92ca1" providerId="AD" clId="Web-{402603B1-0681-D8EA-9217-13BB90FB4AB7}" dt="2026-02-24T19:22:49.488" v="491" actId="14100"/>
        <pc:sldMkLst>
          <pc:docMk/>
          <pc:sldMk cId="3323259695" sldId="265"/>
        </pc:sldMkLst>
        <pc:spChg chg="mod">
          <ac:chgData name="Risby, Arlo" userId="S::ar1151@exeter.ac.uk::10db1c85-89de-4727-9a91-2108e5a92ca1" providerId="AD" clId="Web-{402603B1-0681-D8EA-9217-13BB90FB4AB7}" dt="2026-02-24T19:15:06.737" v="14" actId="20577"/>
          <ac:spMkLst>
            <pc:docMk/>
            <pc:sldMk cId="3323259695" sldId="265"/>
            <ac:spMk id="2" creationId="{7B7CB3F6-6393-BE56-836E-FB1B686F3E67}"/>
          </ac:spMkLst>
        </pc:spChg>
        <pc:spChg chg="mod">
          <ac:chgData name="Risby, Arlo" userId="S::ar1151@exeter.ac.uk::10db1c85-89de-4727-9a91-2108e5a92ca1" providerId="AD" clId="Web-{402603B1-0681-D8EA-9217-13BB90FB4AB7}" dt="2026-02-24T19:22:49.488" v="491" actId="14100"/>
          <ac:spMkLst>
            <pc:docMk/>
            <pc:sldMk cId="3323259695" sldId="265"/>
            <ac:spMk id="3" creationId="{E45748C7-5EB7-8070-A646-6516D3BA9192}"/>
          </ac:spMkLst>
        </pc:spChg>
      </pc:sldChg>
    </pc:docChg>
  </pc:docChgLst>
  <pc:docChgLst>
    <pc:chgData name="Risby, Arlo" userId="S::ar1151@exeter.ac.uk::10db1c85-89de-4727-9a91-2108e5a92ca1" providerId="AD" clId="Web-{154E21EA-374C-B9A3-C4E8-FAD85E390896}"/>
    <pc:docChg chg="addSld modSld">
      <pc:chgData name="Risby, Arlo" userId="S::ar1151@exeter.ac.uk::10db1c85-89de-4727-9a91-2108e5a92ca1" providerId="AD" clId="Web-{154E21EA-374C-B9A3-C4E8-FAD85E390896}" dt="2026-03-17T18:08:06.879" v="11" actId="14100"/>
      <pc:docMkLst>
        <pc:docMk/>
      </pc:docMkLst>
      <pc:sldChg chg="mod modShow">
        <pc:chgData name="Risby, Arlo" userId="S::ar1151@exeter.ac.uk::10db1c85-89de-4727-9a91-2108e5a92ca1" providerId="AD" clId="Web-{154E21EA-374C-B9A3-C4E8-FAD85E390896}" dt="2026-03-17T18:05:22.924" v="0"/>
        <pc:sldMkLst>
          <pc:docMk/>
          <pc:sldMk cId="3662686569" sldId="267"/>
        </pc:sldMkLst>
      </pc:sldChg>
      <pc:sldChg chg="addSp delSp modSp add replId">
        <pc:chgData name="Risby, Arlo" userId="S::ar1151@exeter.ac.uk::10db1c85-89de-4727-9a91-2108e5a92ca1" providerId="AD" clId="Web-{154E21EA-374C-B9A3-C4E8-FAD85E390896}" dt="2026-03-17T18:08:06.879" v="11" actId="14100"/>
        <pc:sldMkLst>
          <pc:docMk/>
          <pc:sldMk cId="2647363397" sldId="270"/>
        </pc:sldMkLst>
        <pc:spChg chg="del mod">
          <ac:chgData name="Risby, Arlo" userId="S::ar1151@exeter.ac.uk::10db1c85-89de-4727-9a91-2108e5a92ca1" providerId="AD" clId="Web-{154E21EA-374C-B9A3-C4E8-FAD85E390896}" dt="2026-03-17T18:05:50.691" v="3"/>
          <ac:spMkLst>
            <pc:docMk/>
            <pc:sldMk cId="2647363397" sldId="270"/>
            <ac:spMk id="2" creationId="{A9994DD7-F230-4709-FE80-9A84F3BF90B4}"/>
          </ac:spMkLst>
        </pc:spChg>
        <pc:spChg chg="del mod">
          <ac:chgData name="Risby, Arlo" userId="S::ar1151@exeter.ac.uk::10db1c85-89de-4727-9a91-2108e5a92ca1" providerId="AD" clId="Web-{154E21EA-374C-B9A3-C4E8-FAD85E390896}" dt="2026-03-17T18:07:46.254" v="6"/>
          <ac:spMkLst>
            <pc:docMk/>
            <pc:sldMk cId="2647363397" sldId="270"/>
            <ac:spMk id="3" creationId="{FE87A044-A49C-C69F-F097-BC83D078DE02}"/>
          </ac:spMkLst>
        </pc:spChg>
        <pc:spChg chg="add del mod">
          <ac:chgData name="Risby, Arlo" userId="S::ar1151@exeter.ac.uk::10db1c85-89de-4727-9a91-2108e5a92ca1" providerId="AD" clId="Web-{154E21EA-374C-B9A3-C4E8-FAD85E390896}" dt="2026-03-17T18:07:27.488" v="4"/>
          <ac:spMkLst>
            <pc:docMk/>
            <pc:sldMk cId="2647363397" sldId="270"/>
            <ac:spMk id="6" creationId="{5BF2B49A-2ED8-5CD9-AAC0-C5E0820FC222}"/>
          </ac:spMkLst>
        </pc:spChg>
        <pc:spChg chg="add del mod">
          <ac:chgData name="Risby, Arlo" userId="S::ar1151@exeter.ac.uk::10db1c85-89de-4727-9a91-2108e5a92ca1" providerId="AD" clId="Web-{154E21EA-374C-B9A3-C4E8-FAD85E390896}" dt="2026-03-17T18:07:56.113" v="8"/>
          <ac:spMkLst>
            <pc:docMk/>
            <pc:sldMk cId="2647363397" sldId="270"/>
            <ac:spMk id="8" creationId="{C686D49E-A31C-62E4-2548-C4C072AEF691}"/>
          </ac:spMkLst>
        </pc:spChg>
        <pc:picChg chg="mod">
          <ac:chgData name="Risby, Arlo" userId="S::ar1151@exeter.ac.uk::10db1c85-89de-4727-9a91-2108e5a92ca1" providerId="AD" clId="Web-{154E21EA-374C-B9A3-C4E8-FAD85E390896}" dt="2026-03-17T18:08:06.879" v="11" actId="14100"/>
          <ac:picMkLst>
            <pc:docMk/>
            <pc:sldMk cId="2647363397" sldId="270"/>
            <ac:picMk id="4" creationId="{8D6441D5-E8B8-3333-AAC5-C70989563D9E}"/>
          </ac:picMkLst>
        </pc:picChg>
      </pc:sldChg>
    </pc:docChg>
  </pc:docChgLst>
  <pc:docChgLst>
    <pc:chgData name="Risby, Arlo" userId="S::ar1151@exeter.ac.uk::10db1c85-89de-4727-9a91-2108e5a92ca1" providerId="AD" clId="Web-{6400CFBD-A207-76E3-9655-02945C9BC427}"/>
    <pc:docChg chg="modSld">
      <pc:chgData name="Risby, Arlo" userId="S::ar1151@exeter.ac.uk::10db1c85-89de-4727-9a91-2108e5a92ca1" providerId="AD" clId="Web-{6400CFBD-A207-76E3-9655-02945C9BC427}" dt="2026-02-24T17:43:38.442" v="3" actId="20577"/>
      <pc:docMkLst>
        <pc:docMk/>
      </pc:docMkLst>
      <pc:sldChg chg="modSp">
        <pc:chgData name="Risby, Arlo" userId="S::ar1151@exeter.ac.uk::10db1c85-89de-4727-9a91-2108e5a92ca1" providerId="AD" clId="Web-{6400CFBD-A207-76E3-9655-02945C9BC427}" dt="2026-02-24T17:43:38.442" v="3" actId="20577"/>
        <pc:sldMkLst>
          <pc:docMk/>
          <pc:sldMk cId="1839107847" sldId="260"/>
        </pc:sldMkLst>
        <pc:spChg chg="mod">
          <ac:chgData name="Risby, Arlo" userId="S::ar1151@exeter.ac.uk::10db1c85-89de-4727-9a91-2108e5a92ca1" providerId="AD" clId="Web-{6400CFBD-A207-76E3-9655-02945C9BC427}" dt="2026-02-24T17:43:38.442" v="3" actId="20577"/>
          <ac:spMkLst>
            <pc:docMk/>
            <pc:sldMk cId="1839107847" sldId="260"/>
            <ac:spMk id="3" creationId="{52401457-BF07-A96D-AD58-7FE6C95A9BD4}"/>
          </ac:spMkLst>
        </pc:spChg>
      </pc:sldChg>
    </pc:docChg>
  </pc:docChgLst>
  <pc:docChgLst>
    <pc:chgData name="Moniot, George" userId="S::gm659@exeter.ac.uk::8ab76830-5425-4880-9d1f-cfe87999f413" providerId="AD" clId="Web-{A06BE77A-A66A-44CE-A757-50D2F913E819}"/>
    <pc:docChg chg="sldOrd">
      <pc:chgData name="Moniot, George" userId="S::gm659@exeter.ac.uk::8ab76830-5425-4880-9d1f-cfe87999f413" providerId="AD" clId="Web-{A06BE77A-A66A-44CE-A757-50D2F913E819}" dt="2026-03-16T15:39:09.212" v="0"/>
      <pc:docMkLst>
        <pc:docMk/>
      </pc:docMkLst>
      <pc:sldChg chg="ord">
        <pc:chgData name="Moniot, George" userId="S::gm659@exeter.ac.uk::8ab76830-5425-4880-9d1f-cfe87999f413" providerId="AD" clId="Web-{A06BE77A-A66A-44CE-A757-50D2F913E819}" dt="2026-03-16T15:39:09.212" v="0"/>
        <pc:sldMkLst>
          <pc:docMk/>
          <pc:sldMk cId="3080985832" sldId="264"/>
        </pc:sldMkLst>
      </pc:sldChg>
    </pc:docChg>
  </pc:docChgLst>
  <pc:docChgLst>
    <pc:chgData name="Moniot, George" userId="S::gm659@exeter.ac.uk::8ab76830-5425-4880-9d1f-cfe87999f413" providerId="AD" clId="Web-{74DBF8AF-81D8-EE96-60CA-70A72ED49EDB}"/>
    <pc:docChg chg="addSld modSld sldOrd">
      <pc:chgData name="Moniot, George" userId="S::gm659@exeter.ac.uk::8ab76830-5425-4880-9d1f-cfe87999f413" providerId="AD" clId="Web-{74DBF8AF-81D8-EE96-60CA-70A72ED49EDB}" dt="2026-02-24T16:15:21.853" v="704"/>
      <pc:docMkLst>
        <pc:docMk/>
      </pc:docMkLst>
      <pc:sldChg chg="modSp modNotes">
        <pc:chgData name="Moniot, George" userId="S::gm659@exeter.ac.uk::8ab76830-5425-4880-9d1f-cfe87999f413" providerId="AD" clId="Web-{74DBF8AF-81D8-EE96-60CA-70A72ED49EDB}" dt="2026-02-24T15:49:21.123" v="122"/>
        <pc:sldMkLst>
          <pc:docMk/>
          <pc:sldMk cId="638286583" sldId="257"/>
        </pc:sldMkLst>
        <pc:spChg chg="mod">
          <ac:chgData name="Moniot, George" userId="S::gm659@exeter.ac.uk::8ab76830-5425-4880-9d1f-cfe87999f413" providerId="AD" clId="Web-{74DBF8AF-81D8-EE96-60CA-70A72ED49EDB}" dt="2026-02-24T15:44:46.964" v="52" actId="20577"/>
          <ac:spMkLst>
            <pc:docMk/>
            <pc:sldMk cId="638286583" sldId="257"/>
            <ac:spMk id="3" creationId="{C3D98753-C085-BAFD-7480-ACBC5B6DACFE}"/>
          </ac:spMkLst>
        </pc:spChg>
      </pc:sldChg>
      <pc:sldChg chg="ord">
        <pc:chgData name="Moniot, George" userId="S::gm659@exeter.ac.uk::8ab76830-5425-4880-9d1f-cfe87999f413" providerId="AD" clId="Web-{74DBF8AF-81D8-EE96-60CA-70A72ED49EDB}" dt="2026-02-24T16:04:24.118" v="176"/>
        <pc:sldMkLst>
          <pc:docMk/>
          <pc:sldMk cId="532484760" sldId="258"/>
        </pc:sldMkLst>
      </pc:sldChg>
      <pc:sldChg chg="addSp delSp modSp new">
        <pc:chgData name="Moniot, George" userId="S::gm659@exeter.ac.uk::8ab76830-5425-4880-9d1f-cfe87999f413" providerId="AD" clId="Web-{74DBF8AF-81D8-EE96-60CA-70A72ED49EDB}" dt="2026-02-24T16:15:21.853" v="704"/>
        <pc:sldMkLst>
          <pc:docMk/>
          <pc:sldMk cId="3080985832" sldId="264"/>
        </pc:sldMkLst>
        <pc:spChg chg="mod">
          <ac:chgData name="Moniot, George" userId="S::gm659@exeter.ac.uk::8ab76830-5425-4880-9d1f-cfe87999f413" providerId="AD" clId="Web-{74DBF8AF-81D8-EE96-60CA-70A72ED49EDB}" dt="2026-02-24T16:08:50.062" v="301" actId="1076"/>
          <ac:spMkLst>
            <pc:docMk/>
            <pc:sldMk cId="3080985832" sldId="264"/>
            <ac:spMk id="2" creationId="{79AD5E9D-4A13-F518-02EE-7B288C77D91D}"/>
          </ac:spMkLst>
        </pc:spChg>
        <pc:graphicFrameChg chg="add mod ord modGraphic">
          <ac:chgData name="Moniot, George" userId="S::gm659@exeter.ac.uk::8ab76830-5425-4880-9d1f-cfe87999f413" providerId="AD" clId="Web-{74DBF8AF-81D8-EE96-60CA-70A72ED49EDB}" dt="2026-02-24T16:15:21.853" v="704"/>
          <ac:graphicFrameMkLst>
            <pc:docMk/>
            <pc:sldMk cId="3080985832" sldId="264"/>
            <ac:graphicFrameMk id="4" creationId="{DF73FF8C-016F-D91B-4E39-75CBFEF9A281}"/>
          </ac:graphicFrameMkLst>
        </pc:graphicFrameChg>
      </pc:sldChg>
    </pc:docChg>
  </pc:docChgLst>
  <pc:docChgLst>
    <pc:chgData name="Risby, Arlo" userId="S::ar1151@exeter.ac.uk::10db1c85-89de-4727-9a91-2108e5a92ca1" providerId="AD" clId="Web-{3C62BA95-16AD-0420-BF96-EC48905E007C}"/>
    <pc:docChg chg="modSld">
      <pc:chgData name="Risby, Arlo" userId="S::ar1151@exeter.ac.uk::10db1c85-89de-4727-9a91-2108e5a92ca1" providerId="AD" clId="Web-{3C62BA95-16AD-0420-BF96-EC48905E007C}" dt="2026-02-23T15:14:01.552" v="0"/>
      <pc:docMkLst>
        <pc:docMk/>
      </pc:docMkLst>
    </pc:docChg>
  </pc:docChgLst>
  <pc:docChgLst>
    <pc:chgData name="Moniot, George" userId="S::gm659@exeter.ac.uk::8ab76830-5425-4880-9d1f-cfe87999f413" providerId="AD" clId="Web-{FB6A66F7-D1EC-C355-E906-2617D17CD95C}"/>
    <pc:docChg chg="delSld modSld">
      <pc:chgData name="Moniot, George" userId="S::gm659@exeter.ac.uk::8ab76830-5425-4880-9d1f-cfe87999f413" providerId="AD" clId="Web-{FB6A66F7-D1EC-C355-E906-2617D17CD95C}" dt="2026-02-25T11:42:36.090" v="10"/>
      <pc:docMkLst>
        <pc:docMk/>
      </pc:docMkLst>
      <pc:sldChg chg="delSp modSp">
        <pc:chgData name="Moniot, George" userId="S::gm659@exeter.ac.uk::8ab76830-5425-4880-9d1f-cfe87999f413" providerId="AD" clId="Web-{FB6A66F7-D1EC-C355-E906-2617D17CD95C}" dt="2026-02-25T11:42:09.230" v="9" actId="1076"/>
        <pc:sldMkLst>
          <pc:docMk/>
          <pc:sldMk cId="2064811685" sldId="262"/>
        </pc:sldMkLst>
        <pc:spChg chg="mod">
          <ac:chgData name="Moniot, George" userId="S::gm659@exeter.ac.uk::8ab76830-5425-4880-9d1f-cfe87999f413" providerId="AD" clId="Web-{FB6A66F7-D1EC-C355-E906-2617D17CD95C}" dt="2026-02-25T11:42:09.230" v="9" actId="1076"/>
          <ac:spMkLst>
            <pc:docMk/>
            <pc:sldMk cId="2064811685" sldId="262"/>
            <ac:spMk id="2" creationId="{AB1CEA34-2D6B-8EDE-AE3B-648B82637DA5}"/>
          </ac:spMkLst>
        </pc:spChg>
      </pc:sldChg>
    </pc:docChg>
  </pc:docChgLst>
  <pc:docChgLst>
    <pc:chgData name="Risby, Arlo" userId="S::ar1151@exeter.ac.uk::10db1c85-89de-4727-9a91-2108e5a92ca1" providerId="AD" clId="Web-{01665AB5-CD8C-0957-F140-AA2BF01ADEB6}"/>
    <pc:docChg chg="addSld modSld">
      <pc:chgData name="Risby, Arlo" userId="S::ar1151@exeter.ac.uk::10db1c85-89de-4727-9a91-2108e5a92ca1" providerId="AD" clId="Web-{01665AB5-CD8C-0957-F140-AA2BF01ADEB6}" dt="2026-02-17T17:18:16.921" v="50" actId="20577"/>
      <pc:docMkLst>
        <pc:docMk/>
      </pc:docMkLst>
      <pc:sldChg chg="modSp new">
        <pc:chgData name="Risby, Arlo" userId="S::ar1151@exeter.ac.uk::10db1c85-89de-4727-9a91-2108e5a92ca1" providerId="AD" clId="Web-{01665AB5-CD8C-0957-F140-AA2BF01ADEB6}" dt="2026-02-17T17:18:03.249" v="35" actId="20577"/>
        <pc:sldMkLst>
          <pc:docMk/>
          <pc:sldMk cId="1839107847" sldId="260"/>
        </pc:sldMkLst>
        <pc:spChg chg="mod">
          <ac:chgData name="Risby, Arlo" userId="S::ar1151@exeter.ac.uk::10db1c85-89de-4727-9a91-2108e5a92ca1" providerId="AD" clId="Web-{01665AB5-CD8C-0957-F140-AA2BF01ADEB6}" dt="2026-02-17T17:17:08.481" v="5" actId="20577"/>
          <ac:spMkLst>
            <pc:docMk/>
            <pc:sldMk cId="1839107847" sldId="260"/>
            <ac:spMk id="2" creationId="{AC0AB469-B1ED-E077-9ED0-2A744DBEBF3F}"/>
          </ac:spMkLst>
        </pc:spChg>
        <pc:spChg chg="mod">
          <ac:chgData name="Risby, Arlo" userId="S::ar1151@exeter.ac.uk::10db1c85-89de-4727-9a91-2108e5a92ca1" providerId="AD" clId="Web-{01665AB5-CD8C-0957-F140-AA2BF01ADEB6}" dt="2026-02-17T17:18:03.249" v="35" actId="20577"/>
          <ac:spMkLst>
            <pc:docMk/>
            <pc:sldMk cId="1839107847" sldId="260"/>
            <ac:spMk id="3" creationId="{52401457-BF07-A96D-AD58-7FE6C95A9BD4}"/>
          </ac:spMkLst>
        </pc:spChg>
      </pc:sldChg>
      <pc:sldChg chg="modSp new">
        <pc:chgData name="Risby, Arlo" userId="S::ar1151@exeter.ac.uk::10db1c85-89de-4727-9a91-2108e5a92ca1" providerId="AD" clId="Web-{01665AB5-CD8C-0957-F140-AA2BF01ADEB6}" dt="2026-02-17T17:18:16.921" v="50" actId="20577"/>
        <pc:sldMkLst>
          <pc:docMk/>
          <pc:sldMk cId="2064811685" sldId="262"/>
        </pc:sldMkLst>
        <pc:spChg chg="mod">
          <ac:chgData name="Risby, Arlo" userId="S::ar1151@exeter.ac.uk::10db1c85-89de-4727-9a91-2108e5a92ca1" providerId="AD" clId="Web-{01665AB5-CD8C-0957-F140-AA2BF01ADEB6}" dt="2026-02-17T17:18:16.921" v="50" actId="20577"/>
          <ac:spMkLst>
            <pc:docMk/>
            <pc:sldMk cId="2064811685" sldId="262"/>
            <ac:spMk id="2" creationId="{AB1CEA34-2D6B-8EDE-AE3B-648B82637DA5}"/>
          </ac:spMkLst>
        </pc:spChg>
      </pc:sldChg>
    </pc:docChg>
  </pc:docChgLst>
  <pc:docChgLst>
    <pc:chgData name="Risby, Arlo" userId="S::ar1151@exeter.ac.uk::10db1c85-89de-4727-9a91-2108e5a92ca1" providerId="AD" clId="Web-{2293D191-94EB-C4BC-CF89-27C2EB970874}"/>
    <pc:docChg chg="modSld">
      <pc:chgData name="Risby, Arlo" userId="S::ar1151@exeter.ac.uk::10db1c85-89de-4727-9a91-2108e5a92ca1" providerId="AD" clId="Web-{2293D191-94EB-C4BC-CF89-27C2EB970874}" dt="2026-02-17T16:52:52.408" v="11" actId="20577"/>
      <pc:docMkLst>
        <pc:docMk/>
      </pc:docMkLst>
      <pc:sldChg chg="delSp modSp">
        <pc:chgData name="Risby, Arlo" userId="S::ar1151@exeter.ac.uk::10db1c85-89de-4727-9a91-2108e5a92ca1" providerId="AD" clId="Web-{2293D191-94EB-C4BC-CF89-27C2EB970874}" dt="2026-02-17T16:52:52.408" v="11" actId="20577"/>
        <pc:sldMkLst>
          <pc:docMk/>
          <pc:sldMk cId="532484760" sldId="258"/>
        </pc:sldMkLst>
        <pc:spChg chg="mod">
          <ac:chgData name="Risby, Arlo" userId="S::ar1151@exeter.ac.uk::10db1c85-89de-4727-9a91-2108e5a92ca1" providerId="AD" clId="Web-{2293D191-94EB-C4BC-CF89-27C2EB970874}" dt="2026-02-17T16:52:52.408" v="11" actId="20577"/>
          <ac:spMkLst>
            <pc:docMk/>
            <pc:sldMk cId="532484760" sldId="258"/>
            <ac:spMk id="2" creationId="{024CA07E-38B6-7D5F-D2E4-87EFB1644971}"/>
          </ac:spMkLst>
        </pc:spChg>
      </pc:sldChg>
    </pc:docChg>
  </pc:docChgLst>
  <pc:docChgLst>
    <pc:chgData name="Risby, Arlo" userId="S::ar1151@exeter.ac.uk::10db1c85-89de-4727-9a91-2108e5a92ca1" providerId="AD" clId="Web-{D0ED8470-6544-C28C-353E-D94AF885ABA9}"/>
    <pc:docChg chg="modSld">
      <pc:chgData name="Risby, Arlo" userId="S::ar1151@exeter.ac.uk::10db1c85-89de-4727-9a91-2108e5a92ca1" providerId="AD" clId="Web-{D0ED8470-6544-C28C-353E-D94AF885ABA9}" dt="2026-02-24T19:05:03.298" v="2"/>
      <pc:docMkLst>
        <pc:docMk/>
      </pc:docMkLst>
      <pc:sldChg chg="delSp">
        <pc:chgData name="Risby, Arlo" userId="S::ar1151@exeter.ac.uk::10db1c85-89de-4727-9a91-2108e5a92ca1" providerId="AD" clId="Web-{D0ED8470-6544-C28C-353E-D94AF885ABA9}" dt="2026-02-24T18:50:35.962" v="1"/>
        <pc:sldMkLst>
          <pc:docMk/>
          <pc:sldMk cId="109857222" sldId="256"/>
        </pc:sldMkLst>
      </pc:sldChg>
      <pc:sldChg chg="modSp mod modShow">
        <pc:chgData name="Risby, Arlo" userId="S::ar1151@exeter.ac.uk::10db1c85-89de-4727-9a91-2108e5a92ca1" providerId="AD" clId="Web-{D0ED8470-6544-C28C-353E-D94AF885ABA9}" dt="2026-02-24T19:05:03.298" v="2"/>
        <pc:sldMkLst>
          <pc:docMk/>
          <pc:sldMk cId="1839107847" sldId="260"/>
        </pc:sldMkLst>
        <pc:spChg chg="mod">
          <ac:chgData name="Risby, Arlo" userId="S::ar1151@exeter.ac.uk::10db1c85-89de-4727-9a91-2108e5a92ca1" providerId="AD" clId="Web-{D0ED8470-6544-C28C-353E-D94AF885ABA9}" dt="2026-02-24T17:47:43.449" v="0" actId="20577"/>
          <ac:spMkLst>
            <pc:docMk/>
            <pc:sldMk cId="1839107847" sldId="260"/>
            <ac:spMk id="3" creationId="{52401457-BF07-A96D-AD58-7FE6C95A9BD4}"/>
          </ac:spMkLst>
        </pc:spChg>
      </pc:sldChg>
    </pc:docChg>
  </pc:docChgLst>
  <pc:docChgLst>
    <pc:chgData name="Risby, Arlo" userId="S::ar1151@exeter.ac.uk::10db1c85-89de-4727-9a91-2108e5a92ca1" providerId="AD" clId="Web-{45C3158A-E3B7-FDBF-9A3F-DA9733AF3CF1}"/>
    <pc:docChg chg="addSld delSld modSld sldOrd">
      <pc:chgData name="Risby, Arlo" userId="S::ar1151@exeter.ac.uk::10db1c85-89de-4727-9a91-2108e5a92ca1" providerId="AD" clId="Web-{45C3158A-E3B7-FDBF-9A3F-DA9733AF3CF1}" dt="2026-03-17T17:57:05.398" v="375" actId="20577"/>
      <pc:docMkLst>
        <pc:docMk/>
      </pc:docMkLst>
      <pc:sldChg chg="ord">
        <pc:chgData name="Risby, Arlo" userId="S::ar1151@exeter.ac.uk::10db1c85-89de-4727-9a91-2108e5a92ca1" providerId="AD" clId="Web-{45C3158A-E3B7-FDBF-9A3F-DA9733AF3CF1}" dt="2026-03-17T13:44:48.008" v="0"/>
        <pc:sldMkLst>
          <pc:docMk/>
          <pc:sldMk cId="532484760" sldId="258"/>
        </pc:sldMkLst>
      </pc:sldChg>
      <pc:sldChg chg="modSp mod ord modShow">
        <pc:chgData name="Risby, Arlo" userId="S::ar1151@exeter.ac.uk::10db1c85-89de-4727-9a91-2108e5a92ca1" providerId="AD" clId="Web-{45C3158A-E3B7-FDBF-9A3F-DA9733AF3CF1}" dt="2026-03-17T17:48:28.407" v="242"/>
        <pc:sldMkLst>
          <pc:docMk/>
          <pc:sldMk cId="2064811685" sldId="262"/>
        </pc:sldMkLst>
        <pc:spChg chg="mod">
          <ac:chgData name="Risby, Arlo" userId="S::ar1151@exeter.ac.uk::10db1c85-89de-4727-9a91-2108e5a92ca1" providerId="AD" clId="Web-{45C3158A-E3B7-FDBF-9A3F-DA9733AF3CF1}" dt="2026-03-17T13:45:17.400" v="4" actId="1076"/>
          <ac:spMkLst>
            <pc:docMk/>
            <pc:sldMk cId="2064811685" sldId="262"/>
            <ac:spMk id="2" creationId="{AB1CEA34-2D6B-8EDE-AE3B-648B82637DA5}"/>
          </ac:spMkLst>
        </pc:spChg>
      </pc:sldChg>
      <pc:sldChg chg="ord">
        <pc:chgData name="Risby, Arlo" userId="S::ar1151@exeter.ac.uk::10db1c85-89de-4727-9a91-2108e5a92ca1" providerId="AD" clId="Web-{45C3158A-E3B7-FDBF-9A3F-DA9733AF3CF1}" dt="2026-03-17T13:45:00.431" v="1"/>
        <pc:sldMkLst>
          <pc:docMk/>
          <pc:sldMk cId="3080985832" sldId="264"/>
        </pc:sldMkLst>
      </pc:sldChg>
      <pc:sldChg chg="addSp delSp modSp new del">
        <pc:chgData name="Risby, Arlo" userId="S::ar1151@exeter.ac.uk::10db1c85-89de-4727-9a91-2108e5a92ca1" providerId="AD" clId="Web-{45C3158A-E3B7-FDBF-9A3F-DA9733AF3CF1}" dt="2026-03-17T17:41:34.047" v="47"/>
        <pc:sldMkLst>
          <pc:docMk/>
          <pc:sldMk cId="3989339708" sldId="268"/>
        </pc:sldMkLst>
        <pc:spChg chg="add mod">
          <ac:chgData name="Risby, Arlo" userId="S::ar1151@exeter.ac.uk::10db1c85-89de-4727-9a91-2108e5a92ca1" providerId="AD" clId="Web-{45C3158A-E3B7-FDBF-9A3F-DA9733AF3CF1}" dt="2026-03-17T17:41:05.420" v="43" actId="20577"/>
          <ac:spMkLst>
            <pc:docMk/>
            <pc:sldMk cId="3989339708" sldId="268"/>
            <ac:spMk id="2" creationId="{6CBB318E-B828-3F9E-D68D-66333F77754A}"/>
          </ac:spMkLst>
        </pc:spChg>
        <pc:spChg chg="add del">
          <ac:chgData name="Risby, Arlo" userId="S::ar1151@exeter.ac.uk::10db1c85-89de-4727-9a91-2108e5a92ca1" providerId="AD" clId="Web-{45C3158A-E3B7-FDBF-9A3F-DA9733AF3CF1}" dt="2026-03-17T17:41:19.593" v="45"/>
          <ac:spMkLst>
            <pc:docMk/>
            <pc:sldMk cId="3989339708" sldId="268"/>
            <ac:spMk id="3" creationId="{C27E512C-CB1E-03BA-34B9-FA0C146ACAC5}"/>
          </ac:spMkLst>
        </pc:spChg>
      </pc:sldChg>
      <pc:sldChg chg="modSp add replId">
        <pc:chgData name="Risby, Arlo" userId="S::ar1151@exeter.ac.uk::10db1c85-89de-4727-9a91-2108e5a92ca1" providerId="AD" clId="Web-{45C3158A-E3B7-FDBF-9A3F-DA9733AF3CF1}" dt="2026-03-17T17:57:05.398" v="375" actId="20577"/>
        <pc:sldMkLst>
          <pc:docMk/>
          <pc:sldMk cId="2901152518" sldId="269"/>
        </pc:sldMkLst>
        <pc:spChg chg="mod">
          <ac:chgData name="Risby, Arlo" userId="S::ar1151@exeter.ac.uk::10db1c85-89de-4727-9a91-2108e5a92ca1" providerId="AD" clId="Web-{45C3158A-E3B7-FDBF-9A3F-DA9733AF3CF1}" dt="2026-03-17T17:41:42.282" v="57" actId="20577"/>
          <ac:spMkLst>
            <pc:docMk/>
            <pc:sldMk cId="2901152518" sldId="269"/>
            <ac:spMk id="2" creationId="{1E0B438A-AE10-4F53-159D-464271315DC2}"/>
          </ac:spMkLst>
        </pc:spChg>
        <pc:spChg chg="mod">
          <ac:chgData name="Risby, Arlo" userId="S::ar1151@exeter.ac.uk::10db1c85-89de-4727-9a91-2108e5a92ca1" providerId="AD" clId="Web-{45C3158A-E3B7-FDBF-9A3F-DA9733AF3CF1}" dt="2026-03-17T17:57:05.398" v="375" actId="20577"/>
          <ac:spMkLst>
            <pc:docMk/>
            <pc:sldMk cId="2901152518" sldId="269"/>
            <ac:spMk id="3" creationId="{51A32642-E43F-D189-291F-4DF13242B923}"/>
          </ac:spMkLst>
        </pc:spChg>
      </pc:sldChg>
    </pc:docChg>
  </pc:docChgLst>
  <pc:docChgLst>
    <pc:chgData name="Jayamanna Don, Joseph" userId="S::jj659@exeter.ac.uk::849248cd-797f-4b96-9049-3516786cedb2" providerId="AD" clId="Web-{AC8ABFC0-E771-545A-041D-3F7D2093DAFD}"/>
    <pc:docChg chg="addSld modSld sldOrd">
      <pc:chgData name="Jayamanna Don, Joseph" userId="S::jj659@exeter.ac.uk::849248cd-797f-4b96-9049-3516786cedb2" providerId="AD" clId="Web-{AC8ABFC0-E771-545A-041D-3F7D2093DAFD}" dt="2026-02-25T04:33:30.956" v="716" actId="1076"/>
      <pc:docMkLst>
        <pc:docMk/>
      </pc:docMkLst>
      <pc:sldChg chg="modSp modNotes">
        <pc:chgData name="Jayamanna Don, Joseph" userId="S::jj659@exeter.ac.uk::849248cd-797f-4b96-9049-3516786cedb2" providerId="AD" clId="Web-{AC8ABFC0-E771-545A-041D-3F7D2093DAFD}" dt="2026-02-25T04:33:30.956" v="716" actId="1076"/>
        <pc:sldMkLst>
          <pc:docMk/>
          <pc:sldMk cId="1839107847" sldId="260"/>
        </pc:sldMkLst>
        <pc:spChg chg="mod">
          <ac:chgData name="Jayamanna Don, Joseph" userId="S::jj659@exeter.ac.uk::849248cd-797f-4b96-9049-3516786cedb2" providerId="AD" clId="Web-{AC8ABFC0-E771-545A-041D-3F7D2093DAFD}" dt="2026-02-25T04:33:30.956" v="716" actId="1076"/>
          <ac:spMkLst>
            <pc:docMk/>
            <pc:sldMk cId="1839107847" sldId="260"/>
            <ac:spMk id="3" creationId="{52401457-BF07-A96D-AD58-7FE6C95A9BD4}"/>
          </ac:spMkLst>
        </pc:spChg>
      </pc:sldChg>
      <pc:sldChg chg="modSp">
        <pc:chgData name="Jayamanna Don, Joseph" userId="S::jj659@exeter.ac.uk::849248cd-797f-4b96-9049-3516786cedb2" providerId="AD" clId="Web-{AC8ABFC0-E771-545A-041D-3F7D2093DAFD}" dt="2026-02-25T03:58:55.540" v="82"/>
        <pc:sldMkLst>
          <pc:docMk/>
          <pc:sldMk cId="3080985832" sldId="264"/>
        </pc:sldMkLst>
        <pc:graphicFrameChg chg="mod modGraphic">
          <ac:chgData name="Jayamanna Don, Joseph" userId="S::jj659@exeter.ac.uk::849248cd-797f-4b96-9049-3516786cedb2" providerId="AD" clId="Web-{AC8ABFC0-E771-545A-041D-3F7D2093DAFD}" dt="2026-02-25T03:58:55.540" v="82"/>
          <ac:graphicFrameMkLst>
            <pc:docMk/>
            <pc:sldMk cId="3080985832" sldId="264"/>
            <ac:graphicFrameMk id="4" creationId="{DF73FF8C-016F-D91B-4E39-75CBFEF9A281}"/>
          </ac:graphicFrameMkLst>
        </pc:graphicFrameChg>
      </pc:sldChg>
      <pc:sldChg chg="addSp delSp modSp ord">
        <pc:chgData name="Jayamanna Don, Joseph" userId="S::jj659@exeter.ac.uk::849248cd-797f-4b96-9049-3516786cedb2" providerId="AD" clId="Web-{AC8ABFC0-E771-545A-041D-3F7D2093DAFD}" dt="2026-02-25T04:22:24.806" v="482" actId="14100"/>
        <pc:sldMkLst>
          <pc:docMk/>
          <pc:sldMk cId="3323259695" sldId="265"/>
        </pc:sldMkLst>
        <pc:spChg chg="mod">
          <ac:chgData name="Jayamanna Don, Joseph" userId="S::jj659@exeter.ac.uk::849248cd-797f-4b96-9049-3516786cedb2" providerId="AD" clId="Web-{AC8ABFC0-E771-545A-041D-3F7D2093DAFD}" dt="2026-02-25T04:22:24.806" v="482" actId="14100"/>
          <ac:spMkLst>
            <pc:docMk/>
            <pc:sldMk cId="3323259695" sldId="265"/>
            <ac:spMk id="3" creationId="{E45748C7-5EB7-8070-A646-6516D3BA9192}"/>
          </ac:spMkLst>
        </pc:spChg>
      </pc:sldChg>
      <pc:sldChg chg="addSp modSp new">
        <pc:chgData name="Jayamanna Don, Joseph" userId="S::jj659@exeter.ac.uk::849248cd-797f-4b96-9049-3516786cedb2" providerId="AD" clId="Web-{AC8ABFC0-E771-545A-041D-3F7D2093DAFD}" dt="2026-02-25T04:26:17.595" v="527" actId="1076"/>
        <pc:sldMkLst>
          <pc:docMk/>
          <pc:sldMk cId="350103501" sldId="266"/>
        </pc:sldMkLst>
        <pc:spChg chg="add mod">
          <ac:chgData name="Jayamanna Don, Joseph" userId="S::jj659@exeter.ac.uk::849248cd-797f-4b96-9049-3516786cedb2" providerId="AD" clId="Web-{AC8ABFC0-E771-545A-041D-3F7D2093DAFD}" dt="2026-02-25T04:26:17.595" v="527" actId="1076"/>
          <ac:spMkLst>
            <pc:docMk/>
            <pc:sldMk cId="350103501" sldId="266"/>
            <ac:spMk id="2" creationId="{78A7A5BB-0178-5412-B6C3-9815EF621CC9}"/>
          </ac:spMkLst>
        </pc:spChg>
        <pc:picChg chg="add mod">
          <ac:chgData name="Jayamanna Don, Joseph" userId="S::jj659@exeter.ac.uk::849248cd-797f-4b96-9049-3516786cedb2" providerId="AD" clId="Web-{AC8ABFC0-E771-545A-041D-3F7D2093DAFD}" dt="2026-02-25T04:25:29.985" v="518" actId="1076"/>
          <ac:picMkLst>
            <pc:docMk/>
            <pc:sldMk cId="350103501" sldId="266"/>
            <ac:picMk id="3" creationId="{958F6F83-6074-BD1F-4FEB-87E458FC988F}"/>
          </ac:picMkLst>
        </pc:picChg>
        <pc:picChg chg="add mod">
          <ac:chgData name="Jayamanna Don, Joseph" userId="S::jj659@exeter.ac.uk::849248cd-797f-4b96-9049-3516786cedb2" providerId="AD" clId="Web-{AC8ABFC0-E771-545A-041D-3F7D2093DAFD}" dt="2026-02-25T04:25:18.610" v="514" actId="1076"/>
          <ac:picMkLst>
            <pc:docMk/>
            <pc:sldMk cId="350103501" sldId="266"/>
            <ac:picMk id="4" creationId="{BA94464F-0F4E-5B85-D148-FD86AF1F4258}"/>
          </ac:picMkLst>
        </pc:picChg>
        <pc:picChg chg="add mod">
          <ac:chgData name="Jayamanna Don, Joseph" userId="S::jj659@exeter.ac.uk::849248cd-797f-4b96-9049-3516786cedb2" providerId="AD" clId="Web-{AC8ABFC0-E771-545A-041D-3F7D2093DAFD}" dt="2026-02-25T04:25:27.126" v="517" actId="1076"/>
          <ac:picMkLst>
            <pc:docMk/>
            <pc:sldMk cId="350103501" sldId="266"/>
            <ac:picMk id="5" creationId="{A8D9FE87-38BD-7CF4-E43A-5F0908584D4E}"/>
          </ac:picMkLst>
        </pc:picChg>
        <pc:picChg chg="add mod">
          <ac:chgData name="Jayamanna Don, Joseph" userId="S::jj659@exeter.ac.uk::849248cd-797f-4b96-9049-3516786cedb2" providerId="AD" clId="Web-{AC8ABFC0-E771-545A-041D-3F7D2093DAFD}" dt="2026-02-25T04:25:16.186" v="513" actId="1076"/>
          <ac:picMkLst>
            <pc:docMk/>
            <pc:sldMk cId="350103501" sldId="266"/>
            <ac:picMk id="6" creationId="{EDBECE8F-FB0E-3994-A854-0C3BB5487479}"/>
          </ac:picMkLst>
        </pc:picChg>
        <pc:cxnChg chg="add mod">
          <ac:chgData name="Jayamanna Don, Joseph" userId="S::jj659@exeter.ac.uk::849248cd-797f-4b96-9049-3516786cedb2" providerId="AD" clId="Web-{AC8ABFC0-E771-545A-041D-3F7D2093DAFD}" dt="2026-02-25T04:25:44.391" v="521" actId="14100"/>
          <ac:cxnSpMkLst>
            <pc:docMk/>
            <pc:sldMk cId="350103501" sldId="266"/>
            <ac:cxnSpMk id="7" creationId="{3D0C9CF4-FC40-C347-4C64-401143FB1AA6}"/>
          </ac:cxnSpMkLst>
        </pc:cxnChg>
        <pc:cxnChg chg="add mod">
          <ac:chgData name="Jayamanna Don, Joseph" userId="S::jj659@exeter.ac.uk::849248cd-797f-4b96-9049-3516786cedb2" providerId="AD" clId="Web-{AC8ABFC0-E771-545A-041D-3F7D2093DAFD}" dt="2026-02-25T04:26:00.907" v="525" actId="14100"/>
          <ac:cxnSpMkLst>
            <pc:docMk/>
            <pc:sldMk cId="350103501" sldId="266"/>
            <ac:cxnSpMk id="8" creationId="{6B56974C-867E-4A7B-F126-3BAC811507AB}"/>
          </ac:cxnSpMkLst>
        </pc:cxnChg>
        <pc:cxnChg chg="add">
          <ac:chgData name="Jayamanna Don, Joseph" userId="S::jj659@exeter.ac.uk::849248cd-797f-4b96-9049-3516786cedb2" providerId="AD" clId="Web-{AC8ABFC0-E771-545A-041D-3F7D2093DAFD}" dt="2026-02-25T04:26:09.407" v="526"/>
          <ac:cxnSpMkLst>
            <pc:docMk/>
            <pc:sldMk cId="350103501" sldId="266"/>
            <ac:cxnSpMk id="9" creationId="{860CA4C4-635E-BD1E-FF40-C7A0DD427391}"/>
          </ac:cxnSpMkLst>
        </pc:cxnChg>
      </pc:sldChg>
      <pc:sldChg chg="addSp modSp new">
        <pc:chgData name="Jayamanna Don, Joseph" userId="S::jj659@exeter.ac.uk::849248cd-797f-4b96-9049-3516786cedb2" providerId="AD" clId="Web-{AC8ABFC0-E771-545A-041D-3F7D2093DAFD}" dt="2026-02-25T04:29:39.144" v="584" actId="14100"/>
        <pc:sldMkLst>
          <pc:docMk/>
          <pc:sldMk cId="3662686569" sldId="267"/>
        </pc:sldMkLst>
        <pc:spChg chg="add mod">
          <ac:chgData name="Jayamanna Don, Joseph" userId="S::jj659@exeter.ac.uk::849248cd-797f-4b96-9049-3516786cedb2" providerId="AD" clId="Web-{AC8ABFC0-E771-545A-041D-3F7D2093DAFD}" dt="2026-02-25T04:28:42.909" v="572" actId="1076"/>
          <ac:spMkLst>
            <pc:docMk/>
            <pc:sldMk cId="3662686569" sldId="267"/>
            <ac:spMk id="2" creationId="{74E20410-0E6E-D8AB-65B9-C7F703CBDAAF}"/>
          </ac:spMkLst>
        </pc:spChg>
        <pc:picChg chg="add mod">
          <ac:chgData name="Jayamanna Don, Joseph" userId="S::jj659@exeter.ac.uk::849248cd-797f-4b96-9049-3516786cedb2" providerId="AD" clId="Web-{AC8ABFC0-E771-545A-041D-3F7D2093DAFD}" dt="2026-02-25T04:28:34.565" v="567" actId="1076"/>
          <ac:picMkLst>
            <pc:docMk/>
            <pc:sldMk cId="3662686569" sldId="267"/>
            <ac:picMk id="3" creationId="{EB9E2EF1-B461-CCE2-7C7D-501EF65E60C4}"/>
          </ac:picMkLst>
        </pc:picChg>
        <pc:picChg chg="add mod">
          <ac:chgData name="Jayamanna Don, Joseph" userId="S::jj659@exeter.ac.uk::849248cd-797f-4b96-9049-3516786cedb2" providerId="AD" clId="Web-{AC8ABFC0-E771-545A-041D-3F7D2093DAFD}" dt="2026-02-25T04:28:35.909" v="568" actId="1076"/>
          <ac:picMkLst>
            <pc:docMk/>
            <pc:sldMk cId="3662686569" sldId="267"/>
            <ac:picMk id="4" creationId="{0D48604A-822E-BEDE-5E8F-A606E4635305}"/>
          </ac:picMkLst>
        </pc:picChg>
        <pc:picChg chg="add mod">
          <ac:chgData name="Jayamanna Don, Joseph" userId="S::jj659@exeter.ac.uk::849248cd-797f-4b96-9049-3516786cedb2" providerId="AD" clId="Web-{AC8ABFC0-E771-545A-041D-3F7D2093DAFD}" dt="2026-02-25T04:29:33.972" v="582" actId="1076"/>
          <ac:picMkLst>
            <pc:docMk/>
            <pc:sldMk cId="3662686569" sldId="267"/>
            <ac:picMk id="5" creationId="{9CCB1D80-A9AF-A836-9675-307E220C1E1F}"/>
          </ac:picMkLst>
        </pc:picChg>
        <pc:picChg chg="add mod">
          <ac:chgData name="Jayamanna Don, Joseph" userId="S::jj659@exeter.ac.uk::849248cd-797f-4b96-9049-3516786cedb2" providerId="AD" clId="Web-{AC8ABFC0-E771-545A-041D-3F7D2093DAFD}" dt="2026-02-25T04:29:35.315" v="583" actId="1076"/>
          <ac:picMkLst>
            <pc:docMk/>
            <pc:sldMk cId="3662686569" sldId="267"/>
            <ac:picMk id="6" creationId="{ABBBEE43-7BFB-4AF0-0556-53115A4B277C}"/>
          </ac:picMkLst>
        </pc:picChg>
        <pc:cxnChg chg="add">
          <ac:chgData name="Jayamanna Don, Joseph" userId="S::jj659@exeter.ac.uk::849248cd-797f-4b96-9049-3516786cedb2" providerId="AD" clId="Web-{AC8ABFC0-E771-545A-041D-3F7D2093DAFD}" dt="2026-02-25T04:29:15.581" v="578"/>
          <ac:cxnSpMkLst>
            <pc:docMk/>
            <pc:sldMk cId="3662686569" sldId="267"/>
            <ac:cxnSpMk id="7" creationId="{5966FA8B-B212-FBE8-BA24-CD8C8325F65C}"/>
          </ac:cxnSpMkLst>
        </pc:cxnChg>
        <pc:cxnChg chg="add mod">
          <ac:chgData name="Jayamanna Don, Joseph" userId="S::jj659@exeter.ac.uk::849248cd-797f-4b96-9049-3516786cedb2" providerId="AD" clId="Web-{AC8ABFC0-E771-545A-041D-3F7D2093DAFD}" dt="2026-02-25T04:29:39.144" v="584" actId="14100"/>
          <ac:cxnSpMkLst>
            <pc:docMk/>
            <pc:sldMk cId="3662686569" sldId="267"/>
            <ac:cxnSpMk id="8" creationId="{D73FC3FA-4066-1FBC-A647-1EF8B4ADF74E}"/>
          </ac:cxnSpMkLst>
        </pc:cxnChg>
      </pc:sldChg>
    </pc:docChg>
  </pc:docChgLst>
  <pc:docChgLst>
    <pc:chgData name="Jayamanna Don, Joseph" userId="S::jj659@exeter.ac.uk::849248cd-797f-4b96-9049-3516786cedb2" providerId="AD" clId="Web-{E63ED897-B875-3CBB-29B7-403230F7163A}"/>
    <pc:docChg chg="delSld modSld">
      <pc:chgData name="Jayamanna Don, Joseph" userId="S::jj659@exeter.ac.uk::849248cd-797f-4b96-9049-3516786cedb2" providerId="AD" clId="Web-{E63ED897-B875-3CBB-29B7-403230F7163A}" dt="2026-02-24T19:38:25.852" v="696"/>
      <pc:docMkLst>
        <pc:docMk/>
      </pc:docMkLst>
      <pc:sldChg chg="addSp delSp modSp">
        <pc:chgData name="Jayamanna Don, Joseph" userId="S::jj659@exeter.ac.uk::849248cd-797f-4b96-9049-3516786cedb2" providerId="AD" clId="Web-{E63ED897-B875-3CBB-29B7-403230F7163A}" dt="2026-02-24T19:38:20.555" v="695" actId="20577"/>
        <pc:sldMkLst>
          <pc:docMk/>
          <pc:sldMk cId="1839107847" sldId="260"/>
        </pc:sldMkLst>
        <pc:spChg chg="mod">
          <ac:chgData name="Jayamanna Don, Joseph" userId="S::jj659@exeter.ac.uk::849248cd-797f-4b96-9049-3516786cedb2" providerId="AD" clId="Web-{E63ED897-B875-3CBB-29B7-403230F7163A}" dt="2026-02-24T19:38:20.555" v="695" actId="20577"/>
          <ac:spMkLst>
            <pc:docMk/>
            <pc:sldMk cId="1839107847" sldId="260"/>
            <ac:spMk id="3" creationId="{52401457-BF07-A96D-AD58-7FE6C95A9BD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4D39A9D-E73C-45EB-850B-A6BA0AEFF340}" type="datetimeFigureOut">
              <a:t>3/17/2026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CC3DDA-59D5-486D-8B22-1C7DFE67F7C3}" type="slidenum">
              <a:t>‹#›</a:t>
            </a:fld>
            <a:endParaRPr lang="en-US"/>
          </a:p>
        </p:txBody>
      </p:sp>
    </p:spTree>
    <p:extLst>
      <p:ext uri="{BB962C8B-B14F-4D97-AF65-F5344CB8AC3E}">
        <p14:creationId xmlns:p14="http://schemas.microsoft.com/office/powerpoint/2010/main" val="19814720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This Event Planner scenario is based on a university committee fora student society aiming to run events across the weekend. The main aim is to come up with the best combination of events,  where each event is unique, to provide the greatest enjoyment level while considering a time .  The optimisation objectives involve observing the behaviour between an exponential growth (brute force)  and a polynomial growth (dynamic). Finally, the coursework aims to observe the behaviour of the 2 implemented algorithms with growing  input numbers.</a:t>
            </a:r>
            <a:endParaRPr lang="en-US"/>
          </a:p>
        </p:txBody>
      </p:sp>
      <p:sp>
        <p:nvSpPr>
          <p:cNvPr id="4" name="Slide Number Placeholder 3"/>
          <p:cNvSpPr>
            <a:spLocks noGrp="1"/>
          </p:cNvSpPr>
          <p:nvPr>
            <p:ph type="sldNum" sz="quarter" idx="5"/>
          </p:nvPr>
        </p:nvSpPr>
        <p:spPr/>
        <p:txBody>
          <a:bodyPr/>
          <a:lstStyle/>
          <a:p>
            <a:fld id="{A7CC3DDA-59D5-486D-8B22-1C7DFE67F7C3}" type="slidenum">
              <a:rPr lang="en-GB"/>
              <a:t>2</a:t>
            </a:fld>
            <a:endParaRPr lang="en-GB"/>
          </a:p>
        </p:txBody>
      </p:sp>
    </p:spTree>
    <p:extLst>
      <p:ext uri="{BB962C8B-B14F-4D97-AF65-F5344CB8AC3E}">
        <p14:creationId xmlns:p14="http://schemas.microsoft.com/office/powerpoint/2010/main" val="39637146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To find the item. Start at the top 370 --&gt; 370 at 4 then subtract the 50from the pizza workshop end up at 270. Go up once. </a:t>
            </a:r>
            <a:endParaRPr lang="en-US"/>
          </a:p>
          <a:p>
            <a:r>
              <a:rPr lang="en-US">
                <a:ea typeface="Calibri"/>
                <a:cs typeface="Calibri"/>
              </a:rPr>
              <a:t>Then you know that Museum Trip is in the Activity list</a:t>
            </a:r>
            <a:endParaRPr lang="en-US"/>
          </a:p>
        </p:txBody>
      </p:sp>
      <p:sp>
        <p:nvSpPr>
          <p:cNvPr id="4" name="Slide Number Placeholder 3"/>
          <p:cNvSpPr>
            <a:spLocks noGrp="1"/>
          </p:cNvSpPr>
          <p:nvPr>
            <p:ph type="sldNum" sz="quarter" idx="5"/>
          </p:nvPr>
        </p:nvSpPr>
        <p:spPr/>
        <p:txBody>
          <a:bodyPr/>
          <a:lstStyle/>
          <a:p>
            <a:fld id="{A7CC3DDA-59D5-486D-8B22-1C7DFE67F7C3}" type="slidenum">
              <a:t>5</a:t>
            </a:fld>
            <a:endParaRPr lang="en-US"/>
          </a:p>
        </p:txBody>
      </p:sp>
    </p:spTree>
    <p:extLst>
      <p:ext uri="{BB962C8B-B14F-4D97-AF65-F5344CB8AC3E}">
        <p14:creationId xmlns:p14="http://schemas.microsoft.com/office/powerpoint/2010/main" val="42527048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5FECAF-A3A9-AE84-DFC4-101305241E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4421B7-FCF9-C3F3-FC3C-2B916D354F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BB0452-7EA9-666D-75B5-996A820D7F2B}"/>
              </a:ext>
            </a:extLst>
          </p:cNvPr>
          <p:cNvSpPr>
            <a:spLocks noGrp="1"/>
          </p:cNvSpPr>
          <p:nvPr>
            <p:ph type="body" idx="1"/>
          </p:nvPr>
        </p:nvSpPr>
        <p:spPr/>
        <p:txBody>
          <a:bodyPr/>
          <a:lstStyle/>
          <a:p>
            <a:r>
              <a:rPr lang="en-US">
                <a:ea typeface="Calibri"/>
                <a:cs typeface="Calibri"/>
              </a:rPr>
              <a:t>To find the item. Start at the top 370 --&gt; 370 at 4 then subtract the 50from the pizza workshop end up at 270. Go up once. </a:t>
            </a:r>
            <a:endParaRPr lang="en-US"/>
          </a:p>
          <a:p>
            <a:r>
              <a:rPr lang="en-US">
                <a:ea typeface="Calibri"/>
                <a:cs typeface="Calibri"/>
              </a:rPr>
              <a:t>Then you know that Museum Trip is in the Activity list</a:t>
            </a:r>
            <a:endParaRPr lang="en-US"/>
          </a:p>
        </p:txBody>
      </p:sp>
      <p:sp>
        <p:nvSpPr>
          <p:cNvPr id="4" name="Slide Number Placeholder 3">
            <a:extLst>
              <a:ext uri="{FF2B5EF4-FFF2-40B4-BE49-F238E27FC236}">
                <a16:creationId xmlns:a16="http://schemas.microsoft.com/office/drawing/2014/main" id="{DDDC50D9-CD4F-1A0C-CD50-80E4B03BAB9C}"/>
              </a:ext>
            </a:extLst>
          </p:cNvPr>
          <p:cNvSpPr>
            <a:spLocks noGrp="1"/>
          </p:cNvSpPr>
          <p:nvPr>
            <p:ph type="sldNum" sz="quarter" idx="5"/>
          </p:nvPr>
        </p:nvSpPr>
        <p:spPr/>
        <p:txBody>
          <a:bodyPr/>
          <a:lstStyle/>
          <a:p>
            <a:fld id="{A7CC3DDA-59D5-486D-8B22-1C7DFE67F7C3}" type="slidenum">
              <a:t>6</a:t>
            </a:fld>
            <a:endParaRPr lang="en-US"/>
          </a:p>
        </p:txBody>
      </p:sp>
    </p:spTree>
    <p:extLst>
      <p:ext uri="{BB962C8B-B14F-4D97-AF65-F5344CB8AC3E}">
        <p14:creationId xmlns:p14="http://schemas.microsoft.com/office/powerpoint/2010/main" val="18546384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Calibri"/>
              <a:buChar char="-"/>
            </a:pPr>
            <a:r>
              <a:rPr lang="en-US"/>
              <a:t>average time taken to execute each input over100 iterations, except brute force large (5 iterations)</a:t>
            </a:r>
          </a:p>
          <a:p>
            <a:pPr marL="171450" indent="-171450">
              <a:buFont typeface="Calibri"/>
              <a:buChar char="-"/>
            </a:pPr>
            <a:r>
              <a:rPr lang="en-US">
                <a:ea typeface="Calibri"/>
                <a:cs typeface="Calibri"/>
              </a:rPr>
              <a:t>Talk about specific examples across the different algorithms during the presentations: </a:t>
            </a:r>
            <a:r>
              <a:rPr lang="en-US" err="1">
                <a:ea typeface="Calibri"/>
                <a:cs typeface="Calibri"/>
              </a:rPr>
              <a:t>e.g</a:t>
            </a:r>
            <a:r>
              <a:rPr lang="en-US">
                <a:ea typeface="Calibri"/>
                <a:cs typeface="Calibri"/>
              </a:rPr>
              <a:t>, point out a faster reading time for small (5) in brute force but a far superior reading time for (1000) in dynamic</a:t>
            </a:r>
          </a:p>
          <a:p>
            <a:endParaRPr lang="en-US">
              <a:ea typeface="Calibri"/>
              <a:cs typeface="Calibri"/>
            </a:endParaRPr>
          </a:p>
        </p:txBody>
      </p:sp>
      <p:sp>
        <p:nvSpPr>
          <p:cNvPr id="4" name="Slide Number Placeholder 3"/>
          <p:cNvSpPr>
            <a:spLocks noGrp="1"/>
          </p:cNvSpPr>
          <p:nvPr>
            <p:ph type="sldNum" sz="quarter" idx="5"/>
          </p:nvPr>
        </p:nvSpPr>
        <p:spPr/>
        <p:txBody>
          <a:bodyPr/>
          <a:lstStyle/>
          <a:p>
            <a:fld id="{A7CC3DDA-59D5-486D-8B22-1C7DFE67F7C3}" type="slidenum">
              <a:rPr lang="en-GB"/>
              <a:t>10</a:t>
            </a:fld>
            <a:endParaRPr lang="en-GB"/>
          </a:p>
        </p:txBody>
      </p:sp>
    </p:spTree>
    <p:extLst>
      <p:ext uri="{BB962C8B-B14F-4D97-AF65-F5344CB8AC3E}">
        <p14:creationId xmlns:p14="http://schemas.microsoft.com/office/powerpoint/2010/main" val="4457155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3/17/2026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3/17/2026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3/17/2026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3/17/2026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3/17/2026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3/17/2026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3/17/2026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a:latin typeface="Calibri"/>
                <a:ea typeface="Calibri"/>
                <a:cs typeface="Calibri"/>
              </a:rPr>
              <a:t>Group 32 Presentation</a:t>
            </a:r>
            <a:br>
              <a:rPr lang="en-US">
                <a:latin typeface="Calibri"/>
                <a:ea typeface="Calibri"/>
                <a:cs typeface="Calibri"/>
              </a:rPr>
            </a:br>
            <a:r>
              <a:rPr lang="en-US">
                <a:highlight>
                  <a:srgbClr val="FFFFFF"/>
                </a:highlight>
                <a:latin typeface="Calibri"/>
                <a:ea typeface="Calibri"/>
                <a:cs typeface="Calibri"/>
              </a:rPr>
              <a:t>(algorithms and data structures)</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0AB469-B1ED-E077-9ED0-2A744DBEBF3F}"/>
              </a:ext>
            </a:extLst>
          </p:cNvPr>
          <p:cNvSpPr>
            <a:spLocks noGrp="1"/>
          </p:cNvSpPr>
          <p:nvPr>
            <p:ph type="title"/>
          </p:nvPr>
        </p:nvSpPr>
        <p:spPr/>
        <p:txBody>
          <a:bodyPr>
            <a:normAutofit/>
          </a:bodyPr>
          <a:lstStyle/>
          <a:p>
            <a:r>
              <a:rPr lang="en-GB" sz="5000"/>
              <a:t>Introduction</a:t>
            </a:r>
            <a:endParaRPr lang="en-US" sz="5000"/>
          </a:p>
        </p:txBody>
      </p:sp>
      <p:sp>
        <p:nvSpPr>
          <p:cNvPr id="3" name="Content Placeholder 2">
            <a:extLst>
              <a:ext uri="{FF2B5EF4-FFF2-40B4-BE49-F238E27FC236}">
                <a16:creationId xmlns:a16="http://schemas.microsoft.com/office/drawing/2014/main" id="{52401457-BF07-A96D-AD58-7FE6C95A9BD4}"/>
              </a:ext>
            </a:extLst>
          </p:cNvPr>
          <p:cNvSpPr>
            <a:spLocks noGrp="1"/>
          </p:cNvSpPr>
          <p:nvPr>
            <p:ph idx="1"/>
          </p:nvPr>
        </p:nvSpPr>
        <p:spPr>
          <a:xfrm>
            <a:off x="289112" y="1691154"/>
            <a:ext cx="11903527" cy="4677909"/>
          </a:xfrm>
        </p:spPr>
        <p:txBody>
          <a:bodyPr vert="horz" lIns="91440" tIns="45720" rIns="91440" bIns="45720" rtlCol="0" anchor="t">
            <a:normAutofit/>
          </a:bodyPr>
          <a:lstStyle/>
          <a:p>
            <a:pPr marL="0" indent="0">
              <a:buNone/>
            </a:pPr>
            <a:r>
              <a:rPr lang="en-GB">
                <a:ea typeface="+mn-lt"/>
                <a:cs typeface="+mn-lt"/>
              </a:rPr>
              <a:t>This Event Planner scenario is based on a university committee for a student society aiming to run events across the weekend. </a:t>
            </a:r>
          </a:p>
          <a:p>
            <a:pPr marL="0" indent="0">
              <a:buNone/>
            </a:pPr>
            <a:r>
              <a:rPr lang="en-GB">
                <a:ea typeface="+mn-lt"/>
                <a:cs typeface="+mn-lt"/>
              </a:rPr>
              <a:t>Aim: best combination of events leading to the highest enjoyment level</a:t>
            </a:r>
          </a:p>
          <a:p>
            <a:pPr marL="0" indent="0">
              <a:buNone/>
            </a:pPr>
            <a:r>
              <a:rPr lang="en-GB">
                <a:ea typeface="+mn-lt"/>
                <a:cs typeface="+mn-lt"/>
              </a:rPr>
              <a:t>Key considerations: time constraint</a:t>
            </a:r>
          </a:p>
          <a:p>
            <a:pPr marL="0" indent="0">
              <a:buNone/>
            </a:pPr>
            <a:endParaRPr lang="en-GB">
              <a:ea typeface="+mn-lt"/>
              <a:cs typeface="+mn-lt"/>
            </a:endParaRPr>
          </a:p>
          <a:p>
            <a:pPr marL="0" indent="0">
              <a:buNone/>
            </a:pPr>
            <a:r>
              <a:rPr lang="en-GB">
                <a:ea typeface="+mn-lt"/>
                <a:cs typeface="+mn-lt"/>
              </a:rPr>
              <a:t>Optimisation objectives:</a:t>
            </a:r>
          </a:p>
          <a:p>
            <a:pPr marL="457200" indent="-457200">
              <a:buFont typeface="Calibri" panose="020B0604020202020204" pitchFamily="34" charset="0"/>
              <a:buChar char="-"/>
            </a:pPr>
            <a:r>
              <a:rPr lang="en-GB"/>
              <a:t>Behaviour comparison between exponential and polynomial growth</a:t>
            </a:r>
          </a:p>
          <a:p>
            <a:pPr marL="457200" indent="-457200">
              <a:buFont typeface="Calibri" panose="020B0604020202020204" pitchFamily="34" charset="0"/>
              <a:buChar char="-"/>
            </a:pPr>
            <a:r>
              <a:rPr lang="en-GB"/>
              <a:t>Behaviour comparison of algorithms with increasing input size, numbers</a:t>
            </a:r>
          </a:p>
        </p:txBody>
      </p:sp>
    </p:spTree>
    <p:extLst>
      <p:ext uri="{BB962C8B-B14F-4D97-AF65-F5344CB8AC3E}">
        <p14:creationId xmlns:p14="http://schemas.microsoft.com/office/powerpoint/2010/main" val="18391078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7CB3F6-6393-BE56-836E-FB1B686F3E67}"/>
              </a:ext>
            </a:extLst>
          </p:cNvPr>
          <p:cNvSpPr>
            <a:spLocks noGrp="1"/>
          </p:cNvSpPr>
          <p:nvPr>
            <p:ph type="title"/>
          </p:nvPr>
        </p:nvSpPr>
        <p:spPr/>
        <p:txBody>
          <a:bodyPr>
            <a:normAutofit/>
          </a:bodyPr>
          <a:lstStyle/>
          <a:p>
            <a:r>
              <a:rPr lang="en-GB" sz="5000"/>
              <a:t>Brute-Force</a:t>
            </a:r>
          </a:p>
        </p:txBody>
      </p:sp>
      <p:sp>
        <p:nvSpPr>
          <p:cNvPr id="3" name="Content Placeholder 2">
            <a:extLst>
              <a:ext uri="{FF2B5EF4-FFF2-40B4-BE49-F238E27FC236}">
                <a16:creationId xmlns:a16="http://schemas.microsoft.com/office/drawing/2014/main" id="{E45748C7-5EB7-8070-A646-6516D3BA9192}"/>
              </a:ext>
            </a:extLst>
          </p:cNvPr>
          <p:cNvSpPr>
            <a:spLocks noGrp="1"/>
          </p:cNvSpPr>
          <p:nvPr>
            <p:ph idx="1"/>
          </p:nvPr>
        </p:nvSpPr>
        <p:spPr>
          <a:xfrm>
            <a:off x="402771" y="1464417"/>
            <a:ext cx="11257486" cy="5188796"/>
          </a:xfrm>
        </p:spPr>
        <p:txBody>
          <a:bodyPr vert="horz" lIns="91440" tIns="45720" rIns="91440" bIns="45720" rtlCol="0" anchor="t">
            <a:normAutofit lnSpcReduction="10000"/>
          </a:bodyPr>
          <a:lstStyle/>
          <a:p>
            <a:pPr marL="514350" indent="-514350">
              <a:buAutoNum type="arabicPeriod"/>
            </a:pPr>
            <a:r>
              <a:rPr lang="en-GB"/>
              <a:t>Start timer</a:t>
            </a:r>
          </a:p>
          <a:p>
            <a:pPr marL="514350" indent="-514350">
              <a:buAutoNum type="arabicPeriod"/>
            </a:pPr>
            <a:r>
              <a:rPr lang="en-GB"/>
              <a:t>Read input file and store the necessary information as variables</a:t>
            </a:r>
          </a:p>
          <a:p>
            <a:pPr marL="514350" indent="-514350">
              <a:buAutoNum type="arabicPeriod"/>
            </a:pPr>
            <a:r>
              <a:rPr lang="en-GB"/>
              <a:t>Create a list containing: name, time required, monetary cost and enjoyment value for each </a:t>
            </a:r>
            <a:r>
              <a:rPr lang="en-GB">
                <a:ea typeface="+mn-lt"/>
                <a:cs typeface="+mn-lt"/>
              </a:rPr>
              <a:t>evet</a:t>
            </a:r>
          </a:p>
          <a:p>
            <a:pPr marL="514350" indent="-514350">
              <a:buAutoNum type="arabicPeriod"/>
            </a:pPr>
            <a:r>
              <a:rPr lang="en-GB">
                <a:ea typeface="+mn-lt"/>
                <a:cs typeface="+mn-lt"/>
              </a:rPr>
              <a:t>Compute</a:t>
            </a:r>
            <a:r>
              <a:rPr lang="en-GB"/>
              <a:t> the sum of: time required, monetary cost and enjoyment value for the first subset of events</a:t>
            </a:r>
          </a:p>
          <a:p>
            <a:pPr marL="514350" indent="-514350">
              <a:buAutoNum type="arabicPeriod"/>
            </a:pPr>
            <a:r>
              <a:rPr lang="en-GB"/>
              <a:t>If the most recent subset of events fits within the constraints and results in the greatest enjoyment value so far, it is set as the best subset of events</a:t>
            </a:r>
          </a:p>
          <a:p>
            <a:pPr marL="514350" indent="-514350">
              <a:buAutoNum type="arabicPeriod"/>
            </a:pPr>
            <a:r>
              <a:rPr lang="en-GB"/>
              <a:t>Check timer</a:t>
            </a:r>
          </a:p>
          <a:p>
            <a:pPr marL="514350" indent="-514350">
              <a:buAutoNum type="arabicPeriod"/>
            </a:pPr>
            <a:r>
              <a:rPr lang="en-GB"/>
              <a:t>If the timer reads greater than 10 minutes or no more subsets exist, then the best subset so far is used </a:t>
            </a:r>
          </a:p>
          <a:p>
            <a:pPr marL="514350" indent="-514350">
              <a:buAutoNum type="arabicPeriod"/>
            </a:pPr>
            <a:endParaRPr lang="en-GB"/>
          </a:p>
        </p:txBody>
      </p:sp>
    </p:spTree>
    <p:extLst>
      <p:ext uri="{BB962C8B-B14F-4D97-AF65-F5344CB8AC3E}">
        <p14:creationId xmlns:p14="http://schemas.microsoft.com/office/powerpoint/2010/main" val="33232596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8A7A5BB-0178-5412-B6C3-9815EF621CC9}"/>
              </a:ext>
            </a:extLst>
          </p:cNvPr>
          <p:cNvSpPr txBox="1"/>
          <p:nvPr/>
        </p:nvSpPr>
        <p:spPr>
          <a:xfrm>
            <a:off x="4116322" y="113117"/>
            <a:ext cx="396095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b="1"/>
              <a:t>Brute-Force pseudocode</a:t>
            </a:r>
          </a:p>
        </p:txBody>
      </p:sp>
      <p:pic>
        <p:nvPicPr>
          <p:cNvPr id="3" name="Picture 2" descr="A screenshot of a computer program&#10;&#10;AI-generated content may be incorrect.">
            <a:extLst>
              <a:ext uri="{FF2B5EF4-FFF2-40B4-BE49-F238E27FC236}">
                <a16:creationId xmlns:a16="http://schemas.microsoft.com/office/drawing/2014/main" id="{958F6F83-6074-BD1F-4FEB-87E458FC988F}"/>
              </a:ext>
            </a:extLst>
          </p:cNvPr>
          <p:cNvPicPr>
            <a:picLocks noChangeAspect="1"/>
          </p:cNvPicPr>
          <p:nvPr/>
        </p:nvPicPr>
        <p:blipFill>
          <a:blip r:embed="rId2"/>
          <a:stretch>
            <a:fillRect/>
          </a:stretch>
        </p:blipFill>
        <p:spPr>
          <a:xfrm>
            <a:off x="862149" y="655500"/>
            <a:ext cx="4051439" cy="1924741"/>
          </a:xfrm>
          <a:prstGeom prst="rect">
            <a:avLst/>
          </a:prstGeom>
        </p:spPr>
      </p:pic>
      <p:pic>
        <p:nvPicPr>
          <p:cNvPr id="4" name="Picture 3" descr="A screenshot of a computer program&#10;&#10;AI-generated content may be incorrect.">
            <a:extLst>
              <a:ext uri="{FF2B5EF4-FFF2-40B4-BE49-F238E27FC236}">
                <a16:creationId xmlns:a16="http://schemas.microsoft.com/office/drawing/2014/main" id="{BA94464F-0F4E-5B85-D148-FD86AF1F4258}"/>
              </a:ext>
            </a:extLst>
          </p:cNvPr>
          <p:cNvPicPr>
            <a:picLocks noChangeAspect="1"/>
          </p:cNvPicPr>
          <p:nvPr/>
        </p:nvPicPr>
        <p:blipFill>
          <a:blip r:embed="rId3"/>
          <a:stretch>
            <a:fillRect/>
          </a:stretch>
        </p:blipFill>
        <p:spPr>
          <a:xfrm>
            <a:off x="864635" y="2858120"/>
            <a:ext cx="4057511" cy="3736975"/>
          </a:xfrm>
          <a:prstGeom prst="rect">
            <a:avLst/>
          </a:prstGeom>
        </p:spPr>
      </p:pic>
      <p:pic>
        <p:nvPicPr>
          <p:cNvPr id="5" name="Picture 4" descr="A screenshot of a computer program&#10;&#10;AI-generated content may be incorrect.">
            <a:extLst>
              <a:ext uri="{FF2B5EF4-FFF2-40B4-BE49-F238E27FC236}">
                <a16:creationId xmlns:a16="http://schemas.microsoft.com/office/drawing/2014/main" id="{A8D9FE87-38BD-7CF4-E43A-5F0908584D4E}"/>
              </a:ext>
            </a:extLst>
          </p:cNvPr>
          <p:cNvPicPr>
            <a:picLocks noChangeAspect="1"/>
          </p:cNvPicPr>
          <p:nvPr/>
        </p:nvPicPr>
        <p:blipFill>
          <a:blip r:embed="rId4"/>
          <a:stretch>
            <a:fillRect/>
          </a:stretch>
        </p:blipFill>
        <p:spPr>
          <a:xfrm>
            <a:off x="6272696" y="658743"/>
            <a:ext cx="4859131" cy="3221383"/>
          </a:xfrm>
          <a:prstGeom prst="rect">
            <a:avLst/>
          </a:prstGeom>
        </p:spPr>
      </p:pic>
      <p:pic>
        <p:nvPicPr>
          <p:cNvPr id="6" name="Picture 5" descr="A screenshot of a computer program&#10;&#10;AI-generated content may be incorrect.">
            <a:extLst>
              <a:ext uri="{FF2B5EF4-FFF2-40B4-BE49-F238E27FC236}">
                <a16:creationId xmlns:a16="http://schemas.microsoft.com/office/drawing/2014/main" id="{EDBECE8F-FB0E-3994-A854-0C3BB5487479}"/>
              </a:ext>
            </a:extLst>
          </p:cNvPr>
          <p:cNvPicPr>
            <a:picLocks noChangeAspect="1"/>
          </p:cNvPicPr>
          <p:nvPr/>
        </p:nvPicPr>
        <p:blipFill>
          <a:blip r:embed="rId5"/>
          <a:stretch>
            <a:fillRect/>
          </a:stretch>
        </p:blipFill>
        <p:spPr>
          <a:xfrm>
            <a:off x="6273247" y="4847948"/>
            <a:ext cx="4703418" cy="1159842"/>
          </a:xfrm>
          <a:prstGeom prst="rect">
            <a:avLst/>
          </a:prstGeom>
        </p:spPr>
      </p:pic>
      <p:cxnSp>
        <p:nvCxnSpPr>
          <p:cNvPr id="7" name="Straight Arrow Connector 6">
            <a:extLst>
              <a:ext uri="{FF2B5EF4-FFF2-40B4-BE49-F238E27FC236}">
                <a16:creationId xmlns:a16="http://schemas.microsoft.com/office/drawing/2014/main" id="{3D0C9CF4-FC40-C347-4C64-401143FB1AA6}"/>
              </a:ext>
            </a:extLst>
          </p:cNvPr>
          <p:cNvCxnSpPr/>
          <p:nvPr/>
        </p:nvCxnSpPr>
        <p:spPr>
          <a:xfrm flipH="1">
            <a:off x="2744413" y="2588557"/>
            <a:ext cx="8283" cy="26108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6B56974C-867E-4A7B-F126-3BAC811507AB}"/>
              </a:ext>
            </a:extLst>
          </p:cNvPr>
          <p:cNvCxnSpPr/>
          <p:nvPr/>
        </p:nvCxnSpPr>
        <p:spPr>
          <a:xfrm flipV="1">
            <a:off x="4984613" y="2049148"/>
            <a:ext cx="1220578" cy="266999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860CA4C4-635E-BD1E-FF40-C7A0DD427391}"/>
              </a:ext>
            </a:extLst>
          </p:cNvPr>
          <p:cNvCxnSpPr/>
          <p:nvPr/>
        </p:nvCxnSpPr>
        <p:spPr>
          <a:xfrm>
            <a:off x="8644955" y="3838895"/>
            <a:ext cx="14879" cy="96716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01035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4F0A356-EC78-0C89-3F08-699E08752A59}"/>
              </a:ext>
            </a:extLst>
          </p:cNvPr>
          <p:cNvSpPr>
            <a:spLocks noGrp="1"/>
          </p:cNvSpPr>
          <p:nvPr>
            <p:ph type="title"/>
          </p:nvPr>
        </p:nvSpPr>
        <p:spPr>
          <a:xfrm>
            <a:off x="630936" y="640080"/>
            <a:ext cx="4818888" cy="1481328"/>
          </a:xfrm>
        </p:spPr>
        <p:txBody>
          <a:bodyPr anchor="b">
            <a:normAutofit/>
          </a:bodyPr>
          <a:lstStyle/>
          <a:p>
            <a:r>
              <a:rPr lang="en-US" sz="5000"/>
              <a:t>Dynamic Programming</a:t>
            </a:r>
          </a:p>
        </p:txBody>
      </p:sp>
      <p:sp>
        <p:nvSpPr>
          <p:cNvPr id="11"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3D98753-C085-BAFD-7480-ACBC5B6DACFE}"/>
              </a:ext>
            </a:extLst>
          </p:cNvPr>
          <p:cNvSpPr>
            <a:spLocks noGrp="1"/>
          </p:cNvSpPr>
          <p:nvPr>
            <p:ph idx="1"/>
          </p:nvPr>
        </p:nvSpPr>
        <p:spPr>
          <a:xfrm>
            <a:off x="630936" y="2660904"/>
            <a:ext cx="4818888" cy="3547872"/>
          </a:xfrm>
        </p:spPr>
        <p:txBody>
          <a:bodyPr vert="horz" lIns="91440" tIns="45720" rIns="91440" bIns="45720" rtlCol="0" anchor="t">
            <a:normAutofit/>
          </a:bodyPr>
          <a:lstStyle/>
          <a:p>
            <a:r>
              <a:rPr lang="en-US" sz="2200"/>
              <a:t>an optimization approach that transforms a complex problem into a sequence of simpler problems</a:t>
            </a:r>
          </a:p>
          <a:p>
            <a:r>
              <a:rPr lang="en-US" sz="2200"/>
              <a:t>When creating an event planner with only one constraint, the 0/1 knapsack method can be used.</a:t>
            </a:r>
          </a:p>
          <a:p>
            <a:r>
              <a:rPr lang="en-US" sz="2200"/>
              <a:t>The idea is to use recursion on all possible combinations to find the most optimal weight </a:t>
            </a:r>
          </a:p>
          <a:p>
            <a:endParaRPr lang="en-US" sz="2200"/>
          </a:p>
          <a:p>
            <a:endParaRPr lang="en-US" sz="2200"/>
          </a:p>
        </p:txBody>
      </p:sp>
      <p:pic>
        <p:nvPicPr>
          <p:cNvPr id="4" name="Picture 3" descr="A graph paper with writing on it&#10;&#10;AI-generated content may be incorrect.">
            <a:extLst>
              <a:ext uri="{FF2B5EF4-FFF2-40B4-BE49-F238E27FC236}">
                <a16:creationId xmlns:a16="http://schemas.microsoft.com/office/drawing/2014/main" id="{6529A4DA-316E-9259-85A9-0649A19B885D}"/>
              </a:ext>
            </a:extLst>
          </p:cNvPr>
          <p:cNvPicPr>
            <a:picLocks noChangeAspect="1"/>
          </p:cNvPicPr>
          <p:nvPr/>
        </p:nvPicPr>
        <p:blipFill>
          <a:blip r:embed="rId3"/>
          <a:srcRect l="-907" t="3651" r="907" b="18904"/>
          <a:stretch>
            <a:fillRect/>
          </a:stretch>
        </p:blipFill>
        <p:spPr>
          <a:xfrm>
            <a:off x="6325725" y="640080"/>
            <a:ext cx="5005614" cy="5577840"/>
          </a:xfrm>
          <a:prstGeom prst="rect">
            <a:avLst/>
          </a:prstGeom>
        </p:spPr>
      </p:pic>
    </p:spTree>
    <p:extLst>
      <p:ext uri="{BB962C8B-B14F-4D97-AF65-F5344CB8AC3E}">
        <p14:creationId xmlns:p14="http://schemas.microsoft.com/office/powerpoint/2010/main" val="6382865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BAFDB35-08C0-AD8B-8790-E0C45AACF299}"/>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EA7CA33-D113-7DE8-4E82-235CD509DA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ketch line">
            <a:extLst>
              <a:ext uri="{FF2B5EF4-FFF2-40B4-BE49-F238E27FC236}">
                <a16:creationId xmlns:a16="http://schemas.microsoft.com/office/drawing/2014/main" id="{24858B0F-8C45-6F47-B5FC-CF91255B25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graph paper with writing on it&#10;&#10;AI-generated content may be incorrect.">
            <a:extLst>
              <a:ext uri="{FF2B5EF4-FFF2-40B4-BE49-F238E27FC236}">
                <a16:creationId xmlns:a16="http://schemas.microsoft.com/office/drawing/2014/main" id="{8D6441D5-E8B8-3333-AAC5-C70989563D9E}"/>
              </a:ext>
            </a:extLst>
          </p:cNvPr>
          <p:cNvPicPr>
            <a:picLocks noChangeAspect="1"/>
          </p:cNvPicPr>
          <p:nvPr/>
        </p:nvPicPr>
        <p:blipFill>
          <a:blip r:embed="rId3"/>
          <a:srcRect l="-907" t="3651" r="907" b="18904"/>
          <a:stretch>
            <a:fillRect/>
          </a:stretch>
        </p:blipFill>
        <p:spPr>
          <a:xfrm>
            <a:off x="313233" y="3341"/>
            <a:ext cx="11038982" cy="6851319"/>
          </a:xfrm>
          <a:prstGeom prst="rect">
            <a:avLst/>
          </a:prstGeom>
        </p:spPr>
      </p:pic>
    </p:spTree>
    <p:extLst>
      <p:ext uri="{BB962C8B-B14F-4D97-AF65-F5344CB8AC3E}">
        <p14:creationId xmlns:p14="http://schemas.microsoft.com/office/powerpoint/2010/main" val="26473633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4E20410-0E6E-D8AB-65B9-C7F703CBDAAF}"/>
              </a:ext>
            </a:extLst>
          </p:cNvPr>
          <p:cNvSpPr txBox="1"/>
          <p:nvPr/>
        </p:nvSpPr>
        <p:spPr>
          <a:xfrm>
            <a:off x="2642243" y="130241"/>
            <a:ext cx="411833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b="1"/>
              <a:t>Dynamic Programming Pseudocode</a:t>
            </a:r>
          </a:p>
        </p:txBody>
      </p:sp>
      <p:pic>
        <p:nvPicPr>
          <p:cNvPr id="3" name="Picture 2" descr="A black background with white text&#10;&#10;AI-generated content may be incorrect.">
            <a:extLst>
              <a:ext uri="{FF2B5EF4-FFF2-40B4-BE49-F238E27FC236}">
                <a16:creationId xmlns:a16="http://schemas.microsoft.com/office/drawing/2014/main" id="{EB9E2EF1-B461-CCE2-7C7D-501EF65E60C4}"/>
              </a:ext>
            </a:extLst>
          </p:cNvPr>
          <p:cNvPicPr>
            <a:picLocks noChangeAspect="1"/>
          </p:cNvPicPr>
          <p:nvPr/>
        </p:nvPicPr>
        <p:blipFill>
          <a:blip r:embed="rId2"/>
          <a:stretch>
            <a:fillRect/>
          </a:stretch>
        </p:blipFill>
        <p:spPr>
          <a:xfrm>
            <a:off x="145396" y="497261"/>
            <a:ext cx="4258795" cy="1459566"/>
          </a:xfrm>
          <a:prstGeom prst="rect">
            <a:avLst/>
          </a:prstGeom>
        </p:spPr>
      </p:pic>
      <p:pic>
        <p:nvPicPr>
          <p:cNvPr id="4" name="Picture 3" descr="A black screen with white text&#10;&#10;AI-generated content may be incorrect.">
            <a:extLst>
              <a:ext uri="{FF2B5EF4-FFF2-40B4-BE49-F238E27FC236}">
                <a16:creationId xmlns:a16="http://schemas.microsoft.com/office/drawing/2014/main" id="{0D48604A-822E-BEDE-5E8F-A606E4635305}"/>
              </a:ext>
            </a:extLst>
          </p:cNvPr>
          <p:cNvPicPr>
            <a:picLocks noChangeAspect="1"/>
          </p:cNvPicPr>
          <p:nvPr/>
        </p:nvPicPr>
        <p:blipFill>
          <a:blip r:embed="rId3"/>
          <a:stretch>
            <a:fillRect/>
          </a:stretch>
        </p:blipFill>
        <p:spPr>
          <a:xfrm>
            <a:off x="256334" y="3090862"/>
            <a:ext cx="4261037" cy="3500158"/>
          </a:xfrm>
          <a:prstGeom prst="rect">
            <a:avLst/>
          </a:prstGeom>
        </p:spPr>
      </p:pic>
      <p:pic>
        <p:nvPicPr>
          <p:cNvPr id="5" name="Picture 4" descr="A screenshot of a computer program&#10;&#10;AI-generated content may be incorrect.">
            <a:extLst>
              <a:ext uri="{FF2B5EF4-FFF2-40B4-BE49-F238E27FC236}">
                <a16:creationId xmlns:a16="http://schemas.microsoft.com/office/drawing/2014/main" id="{9CCB1D80-A9AF-A836-9675-307E220C1E1F}"/>
              </a:ext>
            </a:extLst>
          </p:cNvPr>
          <p:cNvPicPr>
            <a:picLocks noChangeAspect="1"/>
          </p:cNvPicPr>
          <p:nvPr/>
        </p:nvPicPr>
        <p:blipFill>
          <a:blip r:embed="rId4"/>
          <a:stretch>
            <a:fillRect/>
          </a:stretch>
        </p:blipFill>
        <p:spPr>
          <a:xfrm>
            <a:off x="7152995" y="-3921"/>
            <a:ext cx="5035365" cy="3728199"/>
          </a:xfrm>
          <a:prstGeom prst="rect">
            <a:avLst/>
          </a:prstGeom>
        </p:spPr>
      </p:pic>
      <p:pic>
        <p:nvPicPr>
          <p:cNvPr id="6" name="Picture 5" descr="A screenshot of a black and white list&#10;&#10;AI-generated content may be incorrect.">
            <a:extLst>
              <a:ext uri="{FF2B5EF4-FFF2-40B4-BE49-F238E27FC236}">
                <a16:creationId xmlns:a16="http://schemas.microsoft.com/office/drawing/2014/main" id="{ABBBEE43-7BFB-4AF0-0556-53115A4B277C}"/>
              </a:ext>
            </a:extLst>
          </p:cNvPr>
          <p:cNvPicPr>
            <a:picLocks noChangeAspect="1"/>
          </p:cNvPicPr>
          <p:nvPr/>
        </p:nvPicPr>
        <p:blipFill>
          <a:blip r:embed="rId5"/>
          <a:stretch>
            <a:fillRect/>
          </a:stretch>
        </p:blipFill>
        <p:spPr>
          <a:xfrm>
            <a:off x="7147391" y="3724835"/>
            <a:ext cx="5046569" cy="3128683"/>
          </a:xfrm>
          <a:prstGeom prst="rect">
            <a:avLst/>
          </a:prstGeom>
        </p:spPr>
      </p:pic>
      <p:cxnSp>
        <p:nvCxnSpPr>
          <p:cNvPr id="7" name="Straight Arrow Connector 6">
            <a:extLst>
              <a:ext uri="{FF2B5EF4-FFF2-40B4-BE49-F238E27FC236}">
                <a16:creationId xmlns:a16="http://schemas.microsoft.com/office/drawing/2014/main" id="{5966FA8B-B212-FBE8-BA24-CD8C8325F65C}"/>
              </a:ext>
            </a:extLst>
          </p:cNvPr>
          <p:cNvCxnSpPr/>
          <p:nvPr/>
        </p:nvCxnSpPr>
        <p:spPr>
          <a:xfrm>
            <a:off x="2023604" y="1964086"/>
            <a:ext cx="29758" cy="107131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D73FC3FA-4066-1FBC-A647-1EF8B4ADF74E}"/>
              </a:ext>
            </a:extLst>
          </p:cNvPr>
          <p:cNvCxnSpPr/>
          <p:nvPr/>
        </p:nvCxnSpPr>
        <p:spPr>
          <a:xfrm flipV="1">
            <a:off x="4552739" y="2254236"/>
            <a:ext cx="2542378" cy="309825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626865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F20E74-2048-135C-78B8-49AD787F88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0B438A-AE10-4F53-159D-464271315DC2}"/>
              </a:ext>
            </a:extLst>
          </p:cNvPr>
          <p:cNvSpPr>
            <a:spLocks noGrp="1"/>
          </p:cNvSpPr>
          <p:nvPr>
            <p:ph type="title"/>
          </p:nvPr>
        </p:nvSpPr>
        <p:spPr/>
        <p:txBody>
          <a:bodyPr>
            <a:normAutofit/>
          </a:bodyPr>
          <a:lstStyle/>
          <a:p>
            <a:r>
              <a:rPr lang="en-GB" sz="5000"/>
              <a:t>Greedy-Heuristic</a:t>
            </a:r>
            <a:endParaRPr lang="en-US"/>
          </a:p>
        </p:txBody>
      </p:sp>
      <p:sp>
        <p:nvSpPr>
          <p:cNvPr id="3" name="Content Placeholder 2">
            <a:extLst>
              <a:ext uri="{FF2B5EF4-FFF2-40B4-BE49-F238E27FC236}">
                <a16:creationId xmlns:a16="http://schemas.microsoft.com/office/drawing/2014/main" id="{51A32642-E43F-D189-291F-4DF13242B923}"/>
              </a:ext>
            </a:extLst>
          </p:cNvPr>
          <p:cNvSpPr>
            <a:spLocks noGrp="1"/>
          </p:cNvSpPr>
          <p:nvPr>
            <p:ph idx="1"/>
          </p:nvPr>
        </p:nvSpPr>
        <p:spPr>
          <a:xfrm>
            <a:off x="402771" y="1464417"/>
            <a:ext cx="10948269" cy="5188796"/>
          </a:xfrm>
        </p:spPr>
        <p:txBody>
          <a:bodyPr vert="horz" lIns="91440" tIns="45720" rIns="91440" bIns="45720" rtlCol="0" anchor="t">
            <a:normAutofit/>
          </a:bodyPr>
          <a:lstStyle/>
          <a:p>
            <a:pPr marL="514350" indent="-514350"/>
            <a:r>
              <a:rPr lang="en-GB"/>
              <a:t>Aims to find an approximation of the optimal solution with minimal complexity</a:t>
            </a:r>
            <a:endParaRPr lang="en-US"/>
          </a:p>
          <a:p>
            <a:pPr marL="514350" indent="-514350"/>
            <a:r>
              <a:rPr lang="en-GB"/>
              <a:t>Calculates the ratio between Enjoyment value and time for each event</a:t>
            </a:r>
          </a:p>
          <a:p>
            <a:pPr marL="514350" indent="-514350"/>
            <a:r>
              <a:rPr lang="en-GB"/>
              <a:t>Ranks the ratios in descending order</a:t>
            </a:r>
          </a:p>
          <a:p>
            <a:pPr marL="514350" indent="-514350"/>
            <a:r>
              <a:rPr lang="en-GB"/>
              <a:t>Might not always provide the optimal solution, but is usually more time efficient than both other algorithms</a:t>
            </a:r>
          </a:p>
          <a:p>
            <a:pPr marL="514350" indent="-514350"/>
            <a:r>
              <a:rPr lang="en-GB"/>
              <a:t>However, the minimal running time difference compared to Dynamic means it is usually better to use dynamic over this algorithm</a:t>
            </a:r>
          </a:p>
          <a:p>
            <a:pPr marL="514350" indent="-514350"/>
            <a:endParaRPr lang="en-GB"/>
          </a:p>
        </p:txBody>
      </p:sp>
    </p:spTree>
    <p:extLst>
      <p:ext uri="{BB962C8B-B14F-4D97-AF65-F5344CB8AC3E}">
        <p14:creationId xmlns:p14="http://schemas.microsoft.com/office/powerpoint/2010/main" val="29011525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AD5E9D-4A13-F518-02EE-7B288C77D91D}"/>
              </a:ext>
            </a:extLst>
          </p:cNvPr>
          <p:cNvSpPr>
            <a:spLocks noGrp="1"/>
          </p:cNvSpPr>
          <p:nvPr>
            <p:ph type="title"/>
          </p:nvPr>
        </p:nvSpPr>
        <p:spPr>
          <a:xfrm>
            <a:off x="297070" y="188429"/>
            <a:ext cx="10515600" cy="1325563"/>
          </a:xfrm>
        </p:spPr>
        <p:txBody>
          <a:bodyPr>
            <a:normAutofit/>
          </a:bodyPr>
          <a:lstStyle/>
          <a:p>
            <a:r>
              <a:rPr lang="en-US" sz="5000"/>
              <a:t>Differences</a:t>
            </a:r>
          </a:p>
        </p:txBody>
      </p:sp>
      <p:graphicFrame>
        <p:nvGraphicFramePr>
          <p:cNvPr id="4" name="Content Placeholder 3">
            <a:extLst>
              <a:ext uri="{FF2B5EF4-FFF2-40B4-BE49-F238E27FC236}">
                <a16:creationId xmlns:a16="http://schemas.microsoft.com/office/drawing/2014/main" id="{DF73FF8C-016F-D91B-4E39-75CBFEF9A281}"/>
              </a:ext>
            </a:extLst>
          </p:cNvPr>
          <p:cNvGraphicFramePr>
            <a:graphicFrameLocks noGrp="1"/>
          </p:cNvGraphicFramePr>
          <p:nvPr>
            <p:ph idx="1"/>
            <p:extLst>
              <p:ext uri="{D42A27DB-BD31-4B8C-83A1-F6EECF244321}">
                <p14:modId xmlns:p14="http://schemas.microsoft.com/office/powerpoint/2010/main" val="922881413"/>
              </p:ext>
            </p:extLst>
          </p:nvPr>
        </p:nvGraphicFramePr>
        <p:xfrm>
          <a:off x="1557130" y="1512956"/>
          <a:ext cx="8439398" cy="3689536"/>
        </p:xfrm>
        <a:graphic>
          <a:graphicData uri="http://schemas.openxmlformats.org/drawingml/2006/table">
            <a:tbl>
              <a:tblPr firstRow="1" bandRow="1">
                <a:tableStyleId>{5C22544A-7EE6-4342-B048-85BDC9FD1C3A}</a:tableStyleId>
              </a:tblPr>
              <a:tblGrid>
                <a:gridCol w="4219699">
                  <a:extLst>
                    <a:ext uri="{9D8B030D-6E8A-4147-A177-3AD203B41FA5}">
                      <a16:colId xmlns:a16="http://schemas.microsoft.com/office/drawing/2014/main" val="3586497549"/>
                    </a:ext>
                  </a:extLst>
                </a:gridCol>
                <a:gridCol w="4219699">
                  <a:extLst>
                    <a:ext uri="{9D8B030D-6E8A-4147-A177-3AD203B41FA5}">
                      <a16:colId xmlns:a16="http://schemas.microsoft.com/office/drawing/2014/main" val="3032903545"/>
                    </a:ext>
                  </a:extLst>
                </a:gridCol>
              </a:tblGrid>
              <a:tr h="596347">
                <a:tc>
                  <a:txBody>
                    <a:bodyPr/>
                    <a:lstStyle/>
                    <a:p>
                      <a:pPr lvl="0">
                        <a:buNone/>
                      </a:pPr>
                      <a:r>
                        <a:rPr lang="en-US"/>
                        <a:t>Brute Force</a:t>
                      </a:r>
                    </a:p>
                  </a:txBody>
                  <a:tcPr/>
                </a:tc>
                <a:tc>
                  <a:txBody>
                    <a:bodyPr/>
                    <a:lstStyle/>
                    <a:p>
                      <a:r>
                        <a:rPr lang="en-US"/>
                        <a:t>Dynamic Programming</a:t>
                      </a:r>
                    </a:p>
                  </a:txBody>
                  <a:tcPr/>
                </a:tc>
                <a:extLst>
                  <a:ext uri="{0D108BD9-81ED-4DB2-BD59-A6C34878D82A}">
                    <a16:rowId xmlns:a16="http://schemas.microsoft.com/office/drawing/2014/main" val="3066951489"/>
                  </a:ext>
                </a:extLst>
              </a:tr>
              <a:tr h="3093189">
                <a:tc>
                  <a:txBody>
                    <a:bodyPr/>
                    <a:lstStyle/>
                    <a:p>
                      <a:r>
                        <a:rPr lang="en-US" sz="1800" b="0" i="0" u="none" strike="noStrike" noProof="0">
                          <a:solidFill>
                            <a:srgbClr val="000000"/>
                          </a:solidFill>
                          <a:latin typeface="Aptos"/>
                        </a:rPr>
                        <a:t>Tries every combination</a:t>
                      </a:r>
                      <a:endParaRPr lang="en-US"/>
                    </a:p>
                    <a:p>
                      <a:pPr lvl="0">
                        <a:buNone/>
                      </a:pPr>
                      <a:r>
                        <a:rPr lang="en-US" sz="1800" b="0" i="0" u="none" strike="noStrike" noProof="0">
                          <a:solidFill>
                            <a:srgbClr val="000000"/>
                          </a:solidFill>
                          <a:latin typeface="Aptos"/>
                        </a:rPr>
                        <a:t>O notation: O(n^2)</a:t>
                      </a:r>
                    </a:p>
                    <a:p>
                      <a:pPr lvl="0">
                        <a:buNone/>
                      </a:pPr>
                      <a:r>
                        <a:rPr lang="en-US" sz="1800" b="0" i="0" u="none" strike="noStrike" noProof="0">
                          <a:solidFill>
                            <a:srgbClr val="000000"/>
                          </a:solidFill>
                          <a:latin typeface="Aptos"/>
                        </a:rPr>
                        <a:t>Easier than dynamic programming to implement</a:t>
                      </a:r>
                    </a:p>
                    <a:p>
                      <a:pPr lvl="0">
                        <a:buNone/>
                      </a:pPr>
                      <a:r>
                        <a:rPr lang="en-US" sz="1800" b="0" i="0" u="none" strike="noStrike" noProof="0">
                          <a:solidFill>
                            <a:srgbClr val="000000"/>
                          </a:solidFill>
                          <a:latin typeface="Aptos"/>
                        </a:rPr>
                        <a:t>Uses a recursion stack so little memory needed</a:t>
                      </a:r>
                      <a:endParaRPr lang="en-US"/>
                    </a:p>
                    <a:p>
                      <a:pPr lvl="0">
                        <a:buNone/>
                      </a:pPr>
                      <a:endParaRPr lang="en-US"/>
                    </a:p>
                  </a:txBody>
                  <a:tcPr/>
                </a:tc>
                <a:tc>
                  <a:txBody>
                    <a:bodyPr/>
                    <a:lstStyle/>
                    <a:p>
                      <a:r>
                        <a:rPr lang="en-US" sz="1800" b="0" i="0" u="none" strike="noStrike" noProof="0">
                          <a:solidFill>
                            <a:srgbClr val="000000"/>
                          </a:solidFill>
                          <a:latin typeface="Aptos"/>
                        </a:rPr>
                        <a:t>Stores and reuses results</a:t>
                      </a:r>
                      <a:endParaRPr lang="en-US"/>
                    </a:p>
                    <a:p>
                      <a:pPr lvl="0">
                        <a:buNone/>
                      </a:pPr>
                      <a:r>
                        <a:rPr lang="en-US" sz="1800" b="0" i="0" u="none" strike="noStrike" noProof="0">
                          <a:solidFill>
                            <a:srgbClr val="000000"/>
                          </a:solidFill>
                          <a:latin typeface="Aptos"/>
                        </a:rPr>
                        <a:t>O notation: O(N * W)</a:t>
                      </a:r>
                    </a:p>
                    <a:p>
                      <a:pPr lvl="0">
                        <a:buNone/>
                      </a:pPr>
                      <a:r>
                        <a:rPr lang="en-US" sz="1800" b="0" i="0" u="none" strike="noStrike" noProof="0">
                          <a:solidFill>
                            <a:srgbClr val="000000"/>
                          </a:solidFill>
                          <a:latin typeface="Aptos"/>
                        </a:rPr>
                        <a:t>Harder to implement than brute force</a:t>
                      </a:r>
                    </a:p>
                    <a:p>
                      <a:pPr lvl="0">
                        <a:buNone/>
                      </a:pPr>
                      <a:r>
                        <a:rPr lang="en-US" sz="1800" b="0" i="0" u="none" strike="noStrike" noProof="0">
                          <a:solidFill>
                            <a:srgbClr val="000000"/>
                          </a:solidFill>
                          <a:latin typeface="Aptos"/>
                        </a:rPr>
                        <a:t>Requires more memory to store arrays</a:t>
                      </a:r>
                      <a:endParaRPr lang="en-US"/>
                    </a:p>
                  </a:txBody>
                  <a:tcPr/>
                </a:tc>
                <a:extLst>
                  <a:ext uri="{0D108BD9-81ED-4DB2-BD59-A6C34878D82A}">
                    <a16:rowId xmlns:a16="http://schemas.microsoft.com/office/drawing/2014/main" val="1851953820"/>
                  </a:ext>
                </a:extLst>
              </a:tr>
            </a:tbl>
          </a:graphicData>
        </a:graphic>
      </p:graphicFrame>
    </p:spTree>
    <p:extLst>
      <p:ext uri="{BB962C8B-B14F-4D97-AF65-F5344CB8AC3E}">
        <p14:creationId xmlns:p14="http://schemas.microsoft.com/office/powerpoint/2010/main" val="30809858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4CA07E-38B6-7D5F-D2E4-87EFB1644971}"/>
              </a:ext>
            </a:extLst>
          </p:cNvPr>
          <p:cNvSpPr>
            <a:spLocks noGrp="1"/>
          </p:cNvSpPr>
          <p:nvPr>
            <p:ph type="title"/>
          </p:nvPr>
        </p:nvSpPr>
        <p:spPr>
          <a:xfrm>
            <a:off x="524143" y="-1764"/>
            <a:ext cx="10515600" cy="1325563"/>
          </a:xfrm>
        </p:spPr>
        <p:txBody>
          <a:bodyPr>
            <a:normAutofit/>
          </a:bodyPr>
          <a:lstStyle/>
          <a:p>
            <a:r>
              <a:rPr lang="en-US" sz="5000"/>
              <a:t>Speed Comparisons </a:t>
            </a:r>
          </a:p>
        </p:txBody>
      </p:sp>
      <p:graphicFrame>
        <p:nvGraphicFramePr>
          <p:cNvPr id="4" name="Content Placeholder 3">
            <a:extLst>
              <a:ext uri="{FF2B5EF4-FFF2-40B4-BE49-F238E27FC236}">
                <a16:creationId xmlns:a16="http://schemas.microsoft.com/office/drawing/2014/main" id="{C7AF13E6-7BF2-FAC1-3F3A-E5B41B10AF47}"/>
              </a:ext>
            </a:extLst>
          </p:cNvPr>
          <p:cNvGraphicFramePr>
            <a:graphicFrameLocks noGrp="1"/>
          </p:cNvGraphicFramePr>
          <p:nvPr>
            <p:ph idx="1"/>
            <p:extLst>
              <p:ext uri="{D42A27DB-BD31-4B8C-83A1-F6EECF244321}">
                <p14:modId xmlns:p14="http://schemas.microsoft.com/office/powerpoint/2010/main" val="232702948"/>
              </p:ext>
            </p:extLst>
          </p:nvPr>
        </p:nvGraphicFramePr>
        <p:xfrm>
          <a:off x="575094" y="1250829"/>
          <a:ext cx="11373453" cy="2334582"/>
        </p:xfrm>
        <a:graphic>
          <a:graphicData uri="http://schemas.openxmlformats.org/drawingml/2006/table">
            <a:tbl>
              <a:tblPr firstRow="1" bandRow="1">
                <a:tableStyleId>{5C22544A-7EE6-4342-B048-85BDC9FD1C3A}</a:tableStyleId>
              </a:tblPr>
              <a:tblGrid>
                <a:gridCol w="1263717">
                  <a:extLst>
                    <a:ext uri="{9D8B030D-6E8A-4147-A177-3AD203B41FA5}">
                      <a16:colId xmlns:a16="http://schemas.microsoft.com/office/drawing/2014/main" val="1221052109"/>
                    </a:ext>
                  </a:extLst>
                </a:gridCol>
                <a:gridCol w="1263717">
                  <a:extLst>
                    <a:ext uri="{9D8B030D-6E8A-4147-A177-3AD203B41FA5}">
                      <a16:colId xmlns:a16="http://schemas.microsoft.com/office/drawing/2014/main" val="2142489422"/>
                    </a:ext>
                  </a:extLst>
                </a:gridCol>
                <a:gridCol w="1263717">
                  <a:extLst>
                    <a:ext uri="{9D8B030D-6E8A-4147-A177-3AD203B41FA5}">
                      <a16:colId xmlns:a16="http://schemas.microsoft.com/office/drawing/2014/main" val="812651164"/>
                    </a:ext>
                  </a:extLst>
                </a:gridCol>
                <a:gridCol w="1263717">
                  <a:extLst>
                    <a:ext uri="{9D8B030D-6E8A-4147-A177-3AD203B41FA5}">
                      <a16:colId xmlns:a16="http://schemas.microsoft.com/office/drawing/2014/main" val="1075188878"/>
                    </a:ext>
                  </a:extLst>
                </a:gridCol>
                <a:gridCol w="1263717">
                  <a:extLst>
                    <a:ext uri="{9D8B030D-6E8A-4147-A177-3AD203B41FA5}">
                      <a16:colId xmlns:a16="http://schemas.microsoft.com/office/drawing/2014/main" val="298080226"/>
                    </a:ext>
                  </a:extLst>
                </a:gridCol>
                <a:gridCol w="1263717">
                  <a:extLst>
                    <a:ext uri="{9D8B030D-6E8A-4147-A177-3AD203B41FA5}">
                      <a16:colId xmlns:a16="http://schemas.microsoft.com/office/drawing/2014/main" val="684228179"/>
                    </a:ext>
                  </a:extLst>
                </a:gridCol>
                <a:gridCol w="1263717">
                  <a:extLst>
                    <a:ext uri="{9D8B030D-6E8A-4147-A177-3AD203B41FA5}">
                      <a16:colId xmlns:a16="http://schemas.microsoft.com/office/drawing/2014/main" val="3687295287"/>
                    </a:ext>
                  </a:extLst>
                </a:gridCol>
                <a:gridCol w="1263717">
                  <a:extLst>
                    <a:ext uri="{9D8B030D-6E8A-4147-A177-3AD203B41FA5}">
                      <a16:colId xmlns:a16="http://schemas.microsoft.com/office/drawing/2014/main" val="3102834735"/>
                    </a:ext>
                  </a:extLst>
                </a:gridCol>
                <a:gridCol w="1263717">
                  <a:extLst>
                    <a:ext uri="{9D8B030D-6E8A-4147-A177-3AD203B41FA5}">
                      <a16:colId xmlns:a16="http://schemas.microsoft.com/office/drawing/2014/main" val="784866206"/>
                    </a:ext>
                  </a:extLst>
                </a:gridCol>
              </a:tblGrid>
              <a:tr h="688662">
                <a:tc>
                  <a:txBody>
                    <a:bodyPr/>
                    <a:lstStyle/>
                    <a:p>
                      <a:r>
                        <a:rPr lang="en-US"/>
                        <a:t>Names</a:t>
                      </a:r>
                    </a:p>
                  </a:txBody>
                  <a:tcPr/>
                </a:tc>
                <a:tc>
                  <a:txBody>
                    <a:bodyPr/>
                    <a:lstStyle/>
                    <a:p>
                      <a:pPr lvl="0">
                        <a:buNone/>
                      </a:pPr>
                      <a:r>
                        <a:rPr lang="en-US"/>
                        <a:t>Small</a:t>
                      </a:r>
                    </a:p>
                    <a:p>
                      <a:pPr lvl="0">
                        <a:buNone/>
                      </a:pPr>
                      <a:r>
                        <a:rPr lang="en-US"/>
                        <a:t>(5)</a:t>
                      </a:r>
                    </a:p>
                  </a:txBody>
                  <a:tcPr/>
                </a:tc>
                <a:tc>
                  <a:txBody>
                    <a:bodyPr/>
                    <a:lstStyle/>
                    <a:p>
                      <a:r>
                        <a:rPr lang="en-US"/>
                        <a:t>Medium</a:t>
                      </a:r>
                    </a:p>
                    <a:p>
                      <a:pPr lvl="0">
                        <a:buNone/>
                      </a:pPr>
                      <a:r>
                        <a:rPr lang="en-US"/>
                        <a:t>(12)</a:t>
                      </a:r>
                    </a:p>
                  </a:txBody>
                  <a:tcPr/>
                </a:tc>
                <a:tc>
                  <a:txBody>
                    <a:bodyPr/>
                    <a:lstStyle/>
                    <a:p>
                      <a:r>
                        <a:rPr lang="en-US"/>
                        <a:t>Large</a:t>
                      </a:r>
                    </a:p>
                    <a:p>
                      <a:pPr lvl="0">
                        <a:buNone/>
                      </a:pPr>
                      <a:r>
                        <a:rPr lang="en-US"/>
                        <a:t>(25)</a:t>
                      </a:r>
                    </a:p>
                  </a:txBody>
                  <a:tcPr/>
                </a:tc>
                <a:tc>
                  <a:txBody>
                    <a:bodyPr/>
                    <a:lstStyle/>
                    <a:p>
                      <a:r>
                        <a:rPr lang="en-US"/>
                        <a:t>10</a:t>
                      </a:r>
                    </a:p>
                  </a:txBody>
                  <a:tcPr/>
                </a:tc>
                <a:tc>
                  <a:txBody>
                    <a:bodyPr/>
                    <a:lstStyle/>
                    <a:p>
                      <a:r>
                        <a:rPr lang="en-US"/>
                        <a:t>100</a:t>
                      </a:r>
                    </a:p>
                  </a:txBody>
                  <a:tcPr/>
                </a:tc>
                <a:tc>
                  <a:txBody>
                    <a:bodyPr/>
                    <a:lstStyle/>
                    <a:p>
                      <a:pPr lvl="0">
                        <a:buNone/>
                      </a:pPr>
                      <a:r>
                        <a:rPr lang="en-US"/>
                        <a:t>200</a:t>
                      </a:r>
                    </a:p>
                  </a:txBody>
                  <a:tcPr/>
                </a:tc>
                <a:tc>
                  <a:txBody>
                    <a:bodyPr/>
                    <a:lstStyle/>
                    <a:p>
                      <a:pPr lvl="0">
                        <a:buNone/>
                      </a:pPr>
                      <a:r>
                        <a:rPr lang="en-US"/>
                        <a:t>500</a:t>
                      </a:r>
                    </a:p>
                  </a:txBody>
                  <a:tcPr/>
                </a:tc>
                <a:tc>
                  <a:txBody>
                    <a:bodyPr/>
                    <a:lstStyle/>
                    <a:p>
                      <a:pPr lvl="0">
                        <a:buNone/>
                      </a:pPr>
                      <a:r>
                        <a:rPr lang="en-US"/>
                        <a:t>1000</a:t>
                      </a:r>
                    </a:p>
                  </a:txBody>
                  <a:tcPr/>
                </a:tc>
                <a:extLst>
                  <a:ext uri="{0D108BD9-81ED-4DB2-BD59-A6C34878D82A}">
                    <a16:rowId xmlns:a16="http://schemas.microsoft.com/office/drawing/2014/main" val="3091553466"/>
                  </a:ext>
                </a:extLst>
              </a:tr>
              <a:tr h="637061">
                <a:tc>
                  <a:txBody>
                    <a:bodyPr/>
                    <a:lstStyle/>
                    <a:p>
                      <a:r>
                        <a:rPr lang="en-US"/>
                        <a:t>Brute Force</a:t>
                      </a:r>
                    </a:p>
                  </a:txBody>
                  <a:tcPr/>
                </a:tc>
                <a:tc>
                  <a:txBody>
                    <a:bodyPr/>
                    <a:lstStyle/>
                    <a:p>
                      <a:pPr lvl="0">
                        <a:buNone/>
                      </a:pPr>
                      <a:r>
                        <a:rPr lang="en-US" sz="1800" b="0" i="0" u="none" strike="noStrike" noProof="0"/>
                        <a:t>0.0002546</a:t>
                      </a:r>
                    </a:p>
                  </a:txBody>
                  <a:tcPr/>
                </a:tc>
                <a:tc>
                  <a:txBody>
                    <a:bodyPr/>
                    <a:lstStyle/>
                    <a:p>
                      <a:pPr lvl="0">
                        <a:buNone/>
                      </a:pPr>
                      <a:r>
                        <a:rPr lang="en-US" sz="1800" b="0" i="0" u="none" strike="noStrike" noProof="0">
                          <a:latin typeface="Aptos"/>
                        </a:rPr>
                        <a:t>0.0076554</a:t>
                      </a:r>
                    </a:p>
                  </a:txBody>
                  <a:tcPr/>
                </a:tc>
                <a:tc>
                  <a:txBody>
                    <a:bodyPr/>
                    <a:lstStyle/>
                    <a:p>
                      <a:pPr lvl="0">
                        <a:buNone/>
                      </a:pPr>
                      <a:r>
                        <a:rPr lang="en-US" sz="1800" b="0" i="0" u="none" strike="noStrike" noProof="0">
                          <a:latin typeface="Aptos"/>
                        </a:rPr>
                        <a:t>104.40063</a:t>
                      </a:r>
                    </a:p>
                  </a:txBody>
                  <a:tcPr/>
                </a:tc>
                <a:tc>
                  <a:txBody>
                    <a:bodyPr/>
                    <a:lstStyle/>
                    <a:p>
                      <a:pPr lvl="0">
                        <a:buNone/>
                      </a:pPr>
                      <a:r>
                        <a:rPr lang="en-US" sz="1800" b="0" i="0" u="none" strike="noStrike" noProof="0"/>
                        <a:t>0.0051146</a:t>
                      </a:r>
                      <a:endParaRPr lang="en-US"/>
                    </a:p>
                  </a:txBody>
                  <a:tcPr/>
                </a:tc>
                <a:tc>
                  <a:txBody>
                    <a:bodyPr/>
                    <a:lstStyle/>
                    <a:p>
                      <a:pPr marL="0" indent="0">
                        <a:buNone/>
                      </a:pPr>
                      <a:r>
                        <a:rPr lang="en-US"/>
                        <a:t>&gt;10 minutes</a:t>
                      </a:r>
                    </a:p>
                  </a:txBody>
                  <a:tcPr/>
                </a:tc>
                <a:tc>
                  <a:txBody>
                    <a:bodyPr/>
                    <a:lstStyle/>
                    <a:p>
                      <a:pPr lvl="0" algn="l">
                        <a:lnSpc>
                          <a:spcPct val="100000"/>
                        </a:lnSpc>
                        <a:spcBef>
                          <a:spcPts val="0"/>
                        </a:spcBef>
                        <a:spcAft>
                          <a:spcPts val="0"/>
                        </a:spcAft>
                        <a:buNone/>
                      </a:pPr>
                      <a:r>
                        <a:rPr lang="en-US" sz="1800" b="0" i="0" u="none" strike="noStrike" noProof="0">
                          <a:solidFill>
                            <a:srgbClr val="000000"/>
                          </a:solidFill>
                          <a:latin typeface="Aptos"/>
                        </a:rPr>
                        <a:t>&gt;10 minutes</a:t>
                      </a:r>
                    </a:p>
                  </a:txBody>
                  <a:tcPr/>
                </a:tc>
                <a:tc>
                  <a:txBody>
                    <a:bodyPr/>
                    <a:lstStyle/>
                    <a:p>
                      <a:pPr lvl="0" algn="l">
                        <a:lnSpc>
                          <a:spcPct val="100000"/>
                        </a:lnSpc>
                        <a:spcBef>
                          <a:spcPts val="0"/>
                        </a:spcBef>
                        <a:spcAft>
                          <a:spcPts val="0"/>
                        </a:spcAft>
                        <a:buNone/>
                      </a:pPr>
                      <a:r>
                        <a:rPr lang="en-US" sz="1800" b="0" i="0" u="none" strike="noStrike" noProof="0">
                          <a:solidFill>
                            <a:srgbClr val="000000"/>
                          </a:solidFill>
                          <a:latin typeface="Aptos"/>
                        </a:rPr>
                        <a:t>&gt;10 minutes</a:t>
                      </a:r>
                    </a:p>
                  </a:txBody>
                  <a:tcPr/>
                </a:tc>
                <a:tc>
                  <a:txBody>
                    <a:bodyPr/>
                    <a:lstStyle/>
                    <a:p>
                      <a:pPr lvl="0" algn="l">
                        <a:lnSpc>
                          <a:spcPct val="100000"/>
                        </a:lnSpc>
                        <a:spcBef>
                          <a:spcPts val="0"/>
                        </a:spcBef>
                        <a:spcAft>
                          <a:spcPts val="0"/>
                        </a:spcAft>
                        <a:buNone/>
                      </a:pPr>
                      <a:r>
                        <a:rPr lang="en-US" sz="1800" b="0" i="0" u="none" strike="noStrike" noProof="0">
                          <a:solidFill>
                            <a:srgbClr val="000000"/>
                          </a:solidFill>
                          <a:latin typeface="Aptos"/>
                        </a:rPr>
                        <a:t>&gt;10 minutes</a:t>
                      </a:r>
                    </a:p>
                  </a:txBody>
                  <a:tcPr/>
                </a:tc>
                <a:extLst>
                  <a:ext uri="{0D108BD9-81ED-4DB2-BD59-A6C34878D82A}">
                    <a16:rowId xmlns:a16="http://schemas.microsoft.com/office/drawing/2014/main" val="1110731956"/>
                  </a:ext>
                </a:extLst>
              </a:tr>
              <a:tr h="362771">
                <a:tc>
                  <a:txBody>
                    <a:bodyPr/>
                    <a:lstStyle/>
                    <a:p>
                      <a:pPr lvl="0">
                        <a:buNone/>
                      </a:pPr>
                      <a:r>
                        <a:rPr lang="en-US"/>
                        <a:t>Dynamic</a:t>
                      </a:r>
                    </a:p>
                  </a:txBody>
                  <a:tcPr/>
                </a:tc>
                <a:tc>
                  <a:txBody>
                    <a:bodyPr/>
                    <a:lstStyle/>
                    <a:p>
                      <a:pPr lvl="0">
                        <a:buNone/>
                      </a:pPr>
                      <a:r>
                        <a:rPr lang="en-US" sz="1800" b="0" i="0" u="none" strike="noStrike" noProof="0"/>
                        <a:t>0.0005921</a:t>
                      </a:r>
                      <a:endParaRPr lang="en-US"/>
                    </a:p>
                  </a:txBody>
                  <a:tcPr/>
                </a:tc>
                <a:tc>
                  <a:txBody>
                    <a:bodyPr/>
                    <a:lstStyle/>
                    <a:p>
                      <a:pPr lvl="0">
                        <a:buNone/>
                      </a:pPr>
                      <a:r>
                        <a:rPr lang="en-US" sz="1800" b="0" i="0" u="none" strike="noStrike" noProof="0">
                          <a:latin typeface="Aptos"/>
                        </a:rPr>
                        <a:t>0.0006447</a:t>
                      </a:r>
                      <a:endParaRPr lang="en-US"/>
                    </a:p>
                  </a:txBody>
                  <a:tcPr/>
                </a:tc>
                <a:tc>
                  <a:txBody>
                    <a:bodyPr/>
                    <a:lstStyle/>
                    <a:p>
                      <a:pPr lvl="0">
                        <a:buNone/>
                      </a:pPr>
                      <a:r>
                        <a:rPr lang="en-US" sz="1800" b="0" i="0" u="none" strike="noStrike" noProof="0"/>
                        <a:t>0.0010561</a:t>
                      </a:r>
                      <a:endParaRPr lang="en-US"/>
                    </a:p>
                  </a:txBody>
                  <a:tcPr/>
                </a:tc>
                <a:tc>
                  <a:txBody>
                    <a:bodyPr/>
                    <a:lstStyle/>
                    <a:p>
                      <a:pPr lvl="0">
                        <a:buNone/>
                      </a:pPr>
                      <a:r>
                        <a:rPr lang="en-US" sz="1800" b="0" i="0" u="none" strike="noStrike" noProof="0"/>
                        <a:t>0.0004031</a:t>
                      </a:r>
                      <a:endParaRPr lang="en-US"/>
                    </a:p>
                  </a:txBody>
                  <a:tcPr/>
                </a:tc>
                <a:tc>
                  <a:txBody>
                    <a:bodyPr/>
                    <a:lstStyle/>
                    <a:p>
                      <a:pPr lvl="0">
                        <a:buNone/>
                      </a:pPr>
                      <a:r>
                        <a:rPr lang="en-US" sz="1800" b="0" i="0" u="none" strike="noStrike" noProof="0">
                          <a:latin typeface="Aptos"/>
                        </a:rPr>
                        <a:t>0.0029379</a:t>
                      </a:r>
                      <a:endParaRPr lang="en-US"/>
                    </a:p>
                  </a:txBody>
                  <a:tcPr/>
                </a:tc>
                <a:tc>
                  <a:txBody>
                    <a:bodyPr/>
                    <a:lstStyle/>
                    <a:p>
                      <a:pPr lvl="0">
                        <a:buNone/>
                      </a:pPr>
                      <a:r>
                        <a:rPr lang="en-US" sz="1800" b="0" i="0" u="none" strike="noStrike" noProof="0">
                          <a:latin typeface="Aptos"/>
                        </a:rPr>
                        <a:t>0.0078861</a:t>
                      </a:r>
                      <a:endParaRPr lang="en-US"/>
                    </a:p>
                  </a:txBody>
                  <a:tcPr/>
                </a:tc>
                <a:tc>
                  <a:txBody>
                    <a:bodyPr/>
                    <a:lstStyle/>
                    <a:p>
                      <a:pPr lvl="0">
                        <a:buNone/>
                      </a:pPr>
                      <a:r>
                        <a:rPr lang="en-US" sz="1800" b="0" i="0" u="none" strike="noStrike" noProof="0">
                          <a:latin typeface="Aptos"/>
                        </a:rPr>
                        <a:t>0.0221453</a:t>
                      </a:r>
                      <a:endParaRPr lang="en-US"/>
                    </a:p>
                  </a:txBody>
                  <a:tcPr/>
                </a:tc>
                <a:tc>
                  <a:txBody>
                    <a:bodyPr/>
                    <a:lstStyle/>
                    <a:p>
                      <a:pPr lvl="0">
                        <a:buNone/>
                      </a:pPr>
                      <a:r>
                        <a:rPr lang="en-US" sz="1800" b="0" i="0" u="none" strike="noStrike" noProof="0">
                          <a:latin typeface="Aptos"/>
                        </a:rPr>
                        <a:t>0.0335866</a:t>
                      </a:r>
                      <a:endParaRPr lang="en-US"/>
                    </a:p>
                  </a:txBody>
                  <a:tcPr/>
                </a:tc>
                <a:extLst>
                  <a:ext uri="{0D108BD9-81ED-4DB2-BD59-A6C34878D82A}">
                    <a16:rowId xmlns:a16="http://schemas.microsoft.com/office/drawing/2014/main" val="4124593368"/>
                  </a:ext>
                </a:extLst>
              </a:tr>
              <a:tr h="637061">
                <a:tc>
                  <a:txBody>
                    <a:bodyPr/>
                    <a:lstStyle/>
                    <a:p>
                      <a:r>
                        <a:rPr lang="en-US"/>
                        <a:t>Greedy Heuristic</a:t>
                      </a:r>
                    </a:p>
                  </a:txBody>
                  <a:tcPr/>
                </a:tc>
                <a:tc>
                  <a:txBody>
                    <a:bodyPr/>
                    <a:lstStyle/>
                    <a:p>
                      <a:pPr lvl="0">
                        <a:buNone/>
                      </a:pPr>
                      <a:r>
                        <a:rPr lang="en-US" sz="1800" b="0" i="0" u="none" strike="noStrike" noProof="0"/>
                        <a:t>0.0004611</a:t>
                      </a:r>
                      <a:endParaRPr lang="en-US"/>
                    </a:p>
                  </a:txBody>
                  <a:tcPr/>
                </a:tc>
                <a:tc>
                  <a:txBody>
                    <a:bodyPr/>
                    <a:lstStyle/>
                    <a:p>
                      <a:pPr lvl="0">
                        <a:buNone/>
                      </a:pPr>
                      <a:r>
                        <a:rPr lang="en-US" sz="1800" b="0" i="0" u="none" strike="noStrike" noProof="0">
                          <a:latin typeface="Aptos"/>
                        </a:rPr>
                        <a:t>0.0005771</a:t>
                      </a:r>
                      <a:endParaRPr lang="en-US"/>
                    </a:p>
                  </a:txBody>
                  <a:tcPr/>
                </a:tc>
                <a:tc>
                  <a:txBody>
                    <a:bodyPr/>
                    <a:lstStyle/>
                    <a:p>
                      <a:pPr lvl="0">
                        <a:buNone/>
                      </a:pPr>
                      <a:r>
                        <a:rPr lang="en-US" sz="1800" b="0" i="0" u="none" strike="noStrike" noProof="0"/>
                        <a:t>0.0003365</a:t>
                      </a:r>
                      <a:endParaRPr lang="en-US"/>
                    </a:p>
                  </a:txBody>
                  <a:tcPr/>
                </a:tc>
                <a:tc>
                  <a:txBody>
                    <a:bodyPr/>
                    <a:lstStyle/>
                    <a:p>
                      <a:pPr lvl="0">
                        <a:buNone/>
                      </a:pPr>
                      <a:r>
                        <a:rPr lang="en-US" sz="1800" b="0" i="0" u="none" strike="noStrike" noProof="0"/>
                        <a:t>0.0004771</a:t>
                      </a:r>
                      <a:endParaRPr lang="en-US"/>
                    </a:p>
                  </a:txBody>
                  <a:tcPr/>
                </a:tc>
                <a:tc>
                  <a:txBody>
                    <a:bodyPr/>
                    <a:lstStyle/>
                    <a:p>
                      <a:pPr lvl="0">
                        <a:buNone/>
                      </a:pPr>
                      <a:r>
                        <a:rPr lang="en-US" sz="1800" b="0" i="0" u="none" strike="noStrike" noProof="0">
                          <a:latin typeface="Aptos"/>
                        </a:rPr>
                        <a:t>0.0008159</a:t>
                      </a:r>
                      <a:endParaRPr lang="en-US"/>
                    </a:p>
                  </a:txBody>
                  <a:tcPr/>
                </a:tc>
                <a:tc>
                  <a:txBody>
                    <a:bodyPr/>
                    <a:lstStyle/>
                    <a:p>
                      <a:pPr lvl="0">
                        <a:buNone/>
                      </a:pPr>
                      <a:r>
                        <a:rPr lang="en-US" sz="1800" b="0" i="0" u="none" strike="noStrike" noProof="0">
                          <a:latin typeface="Aptos"/>
                        </a:rPr>
                        <a:t>0.0006310</a:t>
                      </a:r>
                      <a:endParaRPr lang="en-US"/>
                    </a:p>
                  </a:txBody>
                  <a:tcPr/>
                </a:tc>
                <a:tc>
                  <a:txBody>
                    <a:bodyPr/>
                    <a:lstStyle/>
                    <a:p>
                      <a:pPr lvl="0">
                        <a:buNone/>
                      </a:pPr>
                      <a:r>
                        <a:rPr lang="en-US" sz="1800" b="0" i="0" u="none" strike="noStrike" noProof="0">
                          <a:latin typeface="Aptos"/>
                        </a:rPr>
                        <a:t>0.0012747</a:t>
                      </a:r>
                      <a:endParaRPr lang="en-US"/>
                    </a:p>
                  </a:txBody>
                  <a:tcPr/>
                </a:tc>
                <a:tc>
                  <a:txBody>
                    <a:bodyPr/>
                    <a:lstStyle/>
                    <a:p>
                      <a:pPr lvl="0">
                        <a:buNone/>
                      </a:pPr>
                      <a:r>
                        <a:rPr lang="en-US" sz="1800" b="0" i="0" u="none" strike="noStrike" noProof="0">
                          <a:latin typeface="Aptos"/>
                        </a:rPr>
                        <a:t>0.0023850</a:t>
                      </a:r>
                      <a:endParaRPr lang="en-US"/>
                    </a:p>
                  </a:txBody>
                  <a:tcPr/>
                </a:tc>
                <a:extLst>
                  <a:ext uri="{0D108BD9-81ED-4DB2-BD59-A6C34878D82A}">
                    <a16:rowId xmlns:a16="http://schemas.microsoft.com/office/drawing/2014/main" val="1808760657"/>
                  </a:ext>
                </a:extLst>
              </a:tr>
            </a:tbl>
          </a:graphicData>
        </a:graphic>
      </p:graphicFrame>
      <p:sp>
        <p:nvSpPr>
          <p:cNvPr id="3" name="TextBox 2">
            <a:extLst>
              <a:ext uri="{FF2B5EF4-FFF2-40B4-BE49-F238E27FC236}">
                <a16:creationId xmlns:a16="http://schemas.microsoft.com/office/drawing/2014/main" id="{B98F3179-A677-0320-53AB-A73E0AC54ACC}"/>
              </a:ext>
            </a:extLst>
          </p:cNvPr>
          <p:cNvSpPr txBox="1"/>
          <p:nvPr/>
        </p:nvSpPr>
        <p:spPr>
          <a:xfrm>
            <a:off x="579845" y="4233482"/>
            <a:ext cx="11068385" cy="19082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000" b="1" u="sng"/>
              <a:t>Key observations:</a:t>
            </a:r>
            <a:endParaRPr lang="en-US" sz="2000" b="1" u="sng"/>
          </a:p>
          <a:p>
            <a:pPr marL="285750" indent="-285750">
              <a:buFont typeface="Calibri"/>
              <a:buChar char="-"/>
            </a:pPr>
            <a:r>
              <a:rPr lang="en-GB" sz="2000"/>
              <a:t>Brute Force demonstrates a superior performance compared to Dynamic for small input sizes</a:t>
            </a:r>
          </a:p>
          <a:p>
            <a:pPr marL="285750" indent="-285750">
              <a:buFont typeface="Calibri"/>
              <a:buChar char="-"/>
            </a:pPr>
            <a:r>
              <a:rPr lang="en-GB" sz="2000"/>
              <a:t>However, Dynamic illustrates a far superior performance than Brute Force for increasing input sizes</a:t>
            </a:r>
          </a:p>
          <a:p>
            <a:pPr marL="285750" indent="-285750">
              <a:buFont typeface="Calibri"/>
              <a:buChar char="-"/>
            </a:pPr>
            <a:r>
              <a:rPr lang="en-GB" sz="2000"/>
              <a:t>Greedy Heuristic ratio approximates more efficiently for increasing input sizes</a:t>
            </a:r>
          </a:p>
          <a:p>
            <a:pPr marL="285750" indent="-285750">
              <a:buFont typeface="Calibri"/>
              <a:buChar char="-"/>
            </a:pPr>
            <a:endParaRPr lang="en-GB"/>
          </a:p>
        </p:txBody>
      </p:sp>
    </p:spTree>
    <p:extLst>
      <p:ext uri="{BB962C8B-B14F-4D97-AF65-F5344CB8AC3E}">
        <p14:creationId xmlns:p14="http://schemas.microsoft.com/office/powerpoint/2010/main" val="5324847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CEA34-2D6B-8EDE-AE3B-648B82637DA5}"/>
              </a:ext>
            </a:extLst>
          </p:cNvPr>
          <p:cNvSpPr>
            <a:spLocks noGrp="1"/>
          </p:cNvSpPr>
          <p:nvPr>
            <p:ph type="title"/>
          </p:nvPr>
        </p:nvSpPr>
        <p:spPr>
          <a:xfrm>
            <a:off x="3821555" y="2772533"/>
            <a:ext cx="4563374" cy="1325563"/>
          </a:xfrm>
        </p:spPr>
        <p:txBody>
          <a:bodyPr/>
          <a:lstStyle/>
          <a:p>
            <a:r>
              <a:rPr lang="en-GB">
                <a:ea typeface="+mj-lt"/>
                <a:cs typeface="+mj-lt"/>
              </a:rPr>
              <a:t>Live Demonstration</a:t>
            </a:r>
            <a:endParaRPr lang="en-US"/>
          </a:p>
        </p:txBody>
      </p:sp>
    </p:spTree>
    <p:extLst>
      <p:ext uri="{BB962C8B-B14F-4D97-AF65-F5344CB8AC3E}">
        <p14:creationId xmlns:p14="http://schemas.microsoft.com/office/powerpoint/2010/main" val="20648116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8ACF36-73BB-4859-CBF3-546DF1BECADC}"/>
              </a:ext>
            </a:extLst>
          </p:cNvPr>
          <p:cNvSpPr>
            <a:spLocks noGrp="1"/>
          </p:cNvSpPr>
          <p:nvPr>
            <p:ph type="title"/>
          </p:nvPr>
        </p:nvSpPr>
        <p:spPr>
          <a:xfrm>
            <a:off x="838200" y="365125"/>
            <a:ext cx="10515600" cy="5926317"/>
          </a:xfrm>
        </p:spPr>
        <p:txBody>
          <a:bodyPr>
            <a:normAutofit/>
          </a:bodyPr>
          <a:lstStyle/>
          <a:p>
            <a:pPr algn="ctr"/>
            <a:r>
              <a:rPr lang="en-GB" sz="9600"/>
              <a:t>Any </a:t>
            </a:r>
            <a:br>
              <a:rPr lang="en-GB" sz="9600"/>
            </a:br>
            <a:r>
              <a:rPr lang="en-GB" sz="9600"/>
              <a:t>Questions?</a:t>
            </a:r>
            <a:endParaRPr lang="en-US" sz="9600"/>
          </a:p>
        </p:txBody>
      </p:sp>
    </p:spTree>
    <p:extLst>
      <p:ext uri="{BB962C8B-B14F-4D97-AF65-F5344CB8AC3E}">
        <p14:creationId xmlns:p14="http://schemas.microsoft.com/office/powerpoint/2010/main" val="18624577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12</Slides>
  <Notes>4</Notes>
  <HiddenSlides>1</HiddenSlide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Group 32 Presentation (algorithms and data structures)</vt:lpstr>
      <vt:lpstr>Introduction</vt:lpstr>
      <vt:lpstr>Brute-Force</vt:lpstr>
      <vt:lpstr>PowerPoint Presentation</vt:lpstr>
      <vt:lpstr>Dynamic Programming</vt:lpstr>
      <vt:lpstr>PowerPoint Presentation</vt:lpstr>
      <vt:lpstr>PowerPoint Presentation</vt:lpstr>
      <vt:lpstr>Greedy-Heuristic</vt:lpstr>
      <vt:lpstr>Differences</vt:lpstr>
      <vt:lpstr>Speed Comparisons </vt:lpstr>
      <vt:lpstr>Live Demonstration</vt:lpstr>
      <vt:lpstr>Any  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1</cp:revision>
  <dcterms:created xsi:type="dcterms:W3CDTF">2026-01-20T17:58:08Z</dcterms:created>
  <dcterms:modified xsi:type="dcterms:W3CDTF">2026-03-17T18:08:24Z</dcterms:modified>
</cp:coreProperties>
</file>